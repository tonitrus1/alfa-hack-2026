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fc406cd9aa4daf" /><Relationship Type="http://schemas.openxmlformats.org/officeDocument/2006/relationships/extended-properties" Target="/docProps/app.xml" Id="R81154221290d459b" /><Relationship Type="http://schemas.openxmlformats.org/officeDocument/2006/relationships/officeDocument" Target="/ppt/presentation.xml" Id="R17ebdd6eae23434c" /></Relationships>
</file>

<file path=ppt/presentation.xml><?xml version="1.0" encoding="utf-8"?>
<p:presentation xmlns:p="http://schemas.openxmlformats.org/presentationml/2006/main">
  <p:sldMasterIdLst>
    <p:sldMasterId xmlns:r="http://schemas.openxmlformats.org/officeDocument/2006/relationships" id="2147483648" r:id="Rd7dcb16fd4084de7"/>
  </p:sldMasterIdLst>
  <p:notesMasterIdLst>
    <p:notesMasterId xmlns:r="http://schemas.openxmlformats.org/officeDocument/2006/relationships" r:id="Rf1f2f0a5013a4129"/>
  </p:notesMasterIdLst>
  <p:sldIdLst>
    <p:sldId xmlns:r="http://schemas.openxmlformats.org/officeDocument/2006/relationships" id="256" r:id="R70da6071fa5a4982"/>
    <p:sldId xmlns:r="http://schemas.openxmlformats.org/officeDocument/2006/relationships" id="257" r:id="R44429c39b0594425"/>
    <p:sldId xmlns:r="http://schemas.openxmlformats.org/officeDocument/2006/relationships" id="258" r:id="R7edc3d7ce41e4ed6"/>
    <p:sldId xmlns:r="http://schemas.openxmlformats.org/officeDocument/2006/relationships" id="259" r:id="R7807060fa1cc45aa"/>
    <p:sldId xmlns:r="http://schemas.openxmlformats.org/officeDocument/2006/relationships" id="260" r:id="R366696f8abbb49d2"/>
    <p:sldId xmlns:r="http://schemas.openxmlformats.org/officeDocument/2006/relationships" id="261" r:id="R83f830f79a824e7d"/>
    <p:sldId xmlns:r="http://schemas.openxmlformats.org/officeDocument/2006/relationships" id="262" r:id="R80c9acd46f8e47da"/>
    <p:sldId xmlns:r="http://schemas.openxmlformats.org/officeDocument/2006/relationships" id="263" r:id="R75e05e87461c457e"/>
    <p:sldId xmlns:r="http://schemas.openxmlformats.org/officeDocument/2006/relationships" id="264" r:id="R2a5bf3c034684b70"/>
    <p:sldId xmlns:r="http://schemas.openxmlformats.org/officeDocument/2006/relationships" id="265" r:id="R2732d0bf0d194116"/>
    <p:sldId xmlns:r="http://schemas.openxmlformats.org/officeDocument/2006/relationships" id="266" r:id="R5eebbdcb206f4de4"/>
    <p:sldId xmlns:r="http://schemas.openxmlformats.org/officeDocument/2006/relationships" id="267" r:id="R8cb557d80ed040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1c248421ef145bb" /><Relationship Type="http://schemas.openxmlformats.org/officeDocument/2006/relationships/slideMaster" Target="/ppt/slideMasters/slideMaster1.xml" Id="Rd7dcb16fd4084de7" /><Relationship Type="http://schemas.openxmlformats.org/officeDocument/2006/relationships/notesMaster" Target="/ppt/notesMasters/notesMaster1.xml" Id="Rf1f2f0a5013a4129" /><Relationship Type="http://schemas.openxmlformats.org/officeDocument/2006/relationships/presProps" Target="/ppt/presProps.xml" Id="R0471314290d84fec" /><Relationship Type="http://schemas.openxmlformats.org/officeDocument/2006/relationships/tableStyles" Target="/ppt/tableStyles.xml" Id="R06558c60bbb3400a" /><Relationship Type="http://schemas.openxmlformats.org/officeDocument/2006/relationships/slide" Target="/ppt/slides/slide1.xml" Id="R70da6071fa5a4982" /><Relationship Type="http://schemas.openxmlformats.org/officeDocument/2006/relationships/slide" Target="/ppt/slides/slide2.xml" Id="R44429c39b0594425" /><Relationship Type="http://schemas.openxmlformats.org/officeDocument/2006/relationships/slide" Target="/ppt/slides/slide3.xml" Id="R7edc3d7ce41e4ed6" /><Relationship Type="http://schemas.openxmlformats.org/officeDocument/2006/relationships/slide" Target="/ppt/slides/slide4.xml" Id="R7807060fa1cc45aa" /><Relationship Type="http://schemas.openxmlformats.org/officeDocument/2006/relationships/slide" Target="/ppt/slides/slide5.xml" Id="R366696f8abbb49d2" /><Relationship Type="http://schemas.openxmlformats.org/officeDocument/2006/relationships/slide" Target="/ppt/slides/slide6.xml" Id="R83f830f79a824e7d" /><Relationship Type="http://schemas.openxmlformats.org/officeDocument/2006/relationships/slide" Target="/ppt/slides/slide7.xml" Id="R80c9acd46f8e47da" /><Relationship Type="http://schemas.openxmlformats.org/officeDocument/2006/relationships/slide" Target="/ppt/slides/slide8.xml" Id="R75e05e87461c457e" /><Relationship Type="http://schemas.openxmlformats.org/officeDocument/2006/relationships/slide" Target="/ppt/slides/slide9.xml" Id="R2a5bf3c034684b70" /><Relationship Type="http://schemas.openxmlformats.org/officeDocument/2006/relationships/slide" Target="/ppt/slides/slide10.xml" Id="R2732d0bf0d194116" /><Relationship Type="http://schemas.openxmlformats.org/officeDocument/2006/relationships/slide" Target="/ppt/slides/slide11.xml" Id="R5eebbdcb206f4de4" /><Relationship Type="http://schemas.openxmlformats.org/officeDocument/2006/relationships/slide" Target="/ppt/slides/slide12.xml" Id="R8cb557d80ed040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3a0c7479a748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848c6190b1474b" /><Relationship Type="http://schemas.openxmlformats.org/officeDocument/2006/relationships/notesMaster" Target="/ppt/notesMasters/notesMaster1.xml" Id="R79413726bfd94b6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ebb6fc02af4c93" /><Relationship Type="http://schemas.openxmlformats.org/officeDocument/2006/relationships/notesMaster" Target="/ppt/notesMasters/notesMaster1.xml" Id="Ra1ca10f1588047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2ccce61d2c46c5" /><Relationship Type="http://schemas.openxmlformats.org/officeDocument/2006/relationships/notesMaster" Target="/ppt/notesMasters/notesMaster1.xml" Id="R102050d4ecdb4dd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8d3742f81841e4" /><Relationship Type="http://schemas.openxmlformats.org/officeDocument/2006/relationships/notesMaster" Target="/ppt/notesMasters/notesMaster1.xml" Id="R97d56d9f131e4a1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cd5463327cb4a58" /><Relationship Type="http://schemas.openxmlformats.org/officeDocument/2006/relationships/notesMaster" Target="/ppt/notesMasters/notesMaster1.xml" Id="R8e30fa9f907c47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0702a7aa05c410a" /><Relationship Type="http://schemas.openxmlformats.org/officeDocument/2006/relationships/notesMaster" Target="/ppt/notesMasters/notesMaster1.xml" Id="Rb9920f98189344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15b4dd000f2544b8" /><Relationship Type="http://schemas.openxmlformats.org/officeDocument/2006/relationships/notesMaster" Target="/ppt/notesMasters/notesMaster1.xml" Id="Rc25caeda7ea444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c6148a32e14071" /><Relationship Type="http://schemas.openxmlformats.org/officeDocument/2006/relationships/notesMaster" Target="/ppt/notesMasters/notesMaster1.xml" Id="Rd6417f9809574b7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428c8d8a56843b2" /><Relationship Type="http://schemas.openxmlformats.org/officeDocument/2006/relationships/notesMaster" Target="/ppt/notesMasters/notesMaster1.xml" Id="R7e34a6aa6f0e456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cbff9b03c24994" /><Relationship Type="http://schemas.openxmlformats.org/officeDocument/2006/relationships/notesMaster" Target="/ppt/notesMasters/notesMaster1.xml" Id="Re51237a0c83441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a53d78189a34e51" /><Relationship Type="http://schemas.openxmlformats.org/officeDocument/2006/relationships/notesMaster" Target="/ppt/notesMasters/notesMaster1.xml" Id="R50c54a79ea1948c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7043991c171466f" /><Relationship Type="http://schemas.openxmlformats.org/officeDocument/2006/relationships/notesMaster" Target="/ppt/notesMasters/notesMaster1.xml" Id="Re0da45cc7fb247c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0:00–0:15. Поток объединяет потребность, документы и кредитное рассмотрение в одном кабинете предпринимателя. Сервис и репозиторий доступны жюри.</a:t>
            </a:r>
          </a:p>
          <a:p xmlns:a="http://schemas.openxmlformats.org/drawingml/2006/main">
            <a:r>
              <a:t/>
            </a:r>
          </a:p>
          <a:p xmlns:a="http://schemas.openxmlformats.org/drawingml/2006/main">
            <a:r>
              <a:t>Источники: README.md; docs/jury/README.md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0:15–0:40. Кейс включает не только анкету: клиент выбирает продукт, готовит данные и должен понимать движение заявки. Банку важно сохранить связность рассмотрения. Мы исходили из этих задач. Подтверждённый CustDev и измеренную экономию времени не заявляем.</a:t>
            </a:r>
          </a:p>
          <a:p xmlns:a="http://schemas.openxmlformats.org/drawingml/2006/main">
            <a:r>
              <a:t/>
            </a:r>
          </a:p>
          <a:p xmlns:a="http://schemas.openxmlformats.org/drawingml/2006/main">
            <a:r>
              <a:t>Источники: Предоставленный кейс, страницы 4–9; docs/jury/requirements.md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0:40–1:00. Клиенту доступны сохранённые данные, статус и следующее действие. Банк получает версии и снимки, отдельные оценку риска и продуктовую политику. Документы, лента и помощник встроены в этот путь.</a:t>
            </a:r>
          </a:p>
          <a:p xmlns:a="http://schemas.openxmlformats.org/drawingml/2006/main">
            <a:r>
              <a:t/>
            </a:r>
          </a:p>
          <a:p xmlns:a="http://schemas.openxmlformats.org/drawingml/2006/main">
            <a:r>
              <a:t>Источники: docs/jury/architecture.md; docs/jury/data-model.md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1:00–1:25. Пользователь выбирает потребность и продукт, вводит сведения и финансы, может добавить документы. После подачи система рассматривает заявку. При запросе уточнения клиент дополняет исходное дело. Принятие предложения и демооформление завершают путь без реальной выдачи.</a:t>
            </a:r>
          </a:p>
          <a:p xmlns:a="http://schemas.openxmlformats.org/drawingml/2006/main">
            <a:r>
              <a:t/>
            </a:r>
          </a:p>
          <a:p xmlns:a="http://schemas.openxmlformats.org/drawingml/2006/main">
            <a:r>
              <a:t>Источники: docs/jury/architecture.md; docs/jury/demo.md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1:25–1:45. Это реальный экран опубликованного сервиса, не макет. Покажем сохранённую заявку и следующий шаг. Ниже располагается персональная подборка материалов. При обновлении страницы данные читаются с backend.</a:t>
            </a:r>
          </a:p>
          <a:p xmlns:a="http://schemas.openxmlformats.org/drawingml/2006/main">
            <a:r>
              <a:t/>
            </a:r>
          </a:p>
          <a:p xmlns:a="http://schemas.openxmlformats.org/drawingml/2006/main">
            <a:r>
              <a:t>Источники: docs/jury/assets/workspace-detail.png, реальный серверный UI 26.10.2026; docs/jury/evidence/live-readonly.json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1:45–2:20. После рассмотрения есть четыре исхода. Одобрение и другие условия открывают предложение. Отказ сопровождается объяснением. MANUAL означает дополнительную проверку, операторский интерфейс относится к развитию. Уточнение данных возвращает заявку на рассмотрение. Итог определяет Java DemoPolicyV1 с Risk.</a:t>
            </a:r>
          </a:p>
          <a:p xmlns:a="http://schemas.openxmlformats.org/drawingml/2006/main">
            <a:r>
              <a:t/>
            </a:r>
          </a:p>
          <a:p xmlns:a="http://schemas.openxmlformats.org/drawingml/2006/main">
            <a:r>
              <a:t>Источники: backend/app/src/main/java/ru/alfahack/credit/integration/domain/DemoPolicyV1.java; docs/jury/demo.md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2:20–2:50. Для каждой колонки создаётся новая заявка на оборотный кредит 500 тысяч рублей, срок 12 месяцев, возраст бизнеса 40 месяцев. Предварительную выручку нужно заполнить как в первой строке, иначе может появиться запрос уточнения. Все восемь финансовых полей подтвердить. Документы можно пропустить. Значения в рублях. Одобрение и другие условия требуют доступного Risk. Наборы проверяются отдельно на локальном демо с настоящим Risk.</a:t>
            </a:r>
          </a:p>
          <a:p xmlns:a="http://schemas.openxmlformats.org/drawingml/2006/main">
            <a:r>
              <a:t/>
            </a:r>
          </a:p>
          <a:p xmlns:a="http://schemas.openxmlformats.org/drawingml/2006/main">
            <a:r>
              <a:t>Источники: docs/jury/demo-scenarios.json; docs/jury/evidence/local-scenarios.json; docs/jury/demo.md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2:50–3:20. Антивирусная проверка предшествует OCR. Модель предлагает значения, привязанные к источнику и версии файла. Пользователь проверяет период, единицы и все значимые поля. Можно объединить несколько документов и дополнить пропуски вручную. Для live-показа подготовлен только синтетический материал.</a:t>
            </a:r>
          </a:p>
          <a:p xmlns:a="http://schemas.openxmlformats.org/drawingml/2006/main">
            <a:r>
              <a:t/>
            </a:r>
          </a:p>
          <a:p xmlns:a="http://schemas.openxmlformats.org/drawingml/2006/main">
            <a:r>
              <a:t>Источники: docs/jury/architecture.md; docs/jury/assets/financial-form.png; reports/local-qwen3b/ocr-validation.json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3:20–4:00. Лента ранжирует авторские материалы по типизированному профилю и контексту. Ассистент получает права и продукты от backend и использует разрешённые источники. Он не принимает кредитных решений и не меняет заявку. При свежей онлайн-проверке сервер вернул SEARCH_ONLY с источниками: поиск работает, генерация недоступна. Это не выдаётся за полноценный LLM-ответ. Ранее реальная генерация локальной Qwen проверялась отдельно. Research License требует отдельного решения для коммерческого внедрения.</a:t>
            </a:r>
          </a:p>
          <a:p xmlns:a="http://schemas.openxmlformats.org/drawingml/2006/main">
            <a:r>
              <a:t/>
            </a:r>
          </a:p>
          <a:p xmlns:a="http://schemas.openxmlformats.org/drawingml/2006/main">
            <a:r>
              <a:t>Источники: docs/jury/architecture.md; docs/jury/evidence/live-assistant.json; reports/local-qwen3b/validation.json; THIRD_PARTY_NOTICES.md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4:00–5:05. Backend представляет модульный монолит с общей транзакционной базой, ML/OCR/RAG работают отдельно. Сессии и бизнес-события сохраняются в PostgreSQL. Документы лежат в версионированном томе, Qdrant действительно подключён. Стрелка к локальной Qwen описывает поддерживаемый local-профиль, а точный режим модели публичного сервера этим слайдом не утверждается. SearXNG, отдельная ML DB, init/worker процессы показаны в полной документации.</a:t>
            </a:r>
          </a:p>
          <a:p xmlns:a="http://schemas.openxmlformats.org/drawingml/2006/main">
            <a:r>
              <a:t/>
            </a:r>
          </a:p>
          <a:p xmlns:a="http://schemas.openxmlformats.org/drawingml/2006/main">
            <a:r>
              <a:t>Источники: compose.yaml; deploy/compose.local-llm.yaml; docs/jury/architecture.md; docs/jury/deployment.md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5:05–5:45. Это предлагаемый стек, а не уже выполненная миграция. Для LLM кандидат Qwen3-32B с Apache 2.0 через vLLM на GPU: превосходство на наших задачах нужно подтвердить. PostgreSQL подходит банку, поэтому меняем одиночное развёртывание на HA с Patroni и резервированием pgBackRest. ngrok заменяется доменом банка, WAF и управлением сертификатами через cert-manager и PKI банка. HTTPS на текущем демо уже есть. Для доступа Keycloak и MFA, секреты OpenBao. Для документов Ceph S3, для событий Kafka с сохранением outbox, эксплуатация Kubernetes и наблюдаемость. Нужны также рабочее место сотрудника и интеграции БКИ, KYC, АБС и ЭП.</a:t>
            </a:r>
          </a:p>
          <a:p xmlns:a="http://schemas.openxmlformats.org/drawingml/2006/main">
            <a:r>
              <a:t/>
            </a:r>
          </a:p>
          <a:p xmlns:a="http://schemas.openxmlformats.org/drawingml/2006/main">
            <a:r>
              <a:t>Источники: docs/jury/bank-roadmap.md; https://huggingface.co/Qwen/Qwen3-32B; https://patroni.readthedocs.io/en/latest/; https://pgbackrest.org/; https://cert-manager.io/docs/configuration/ca/; https://www.keycloak.org/; https://openbao.org/; https://rook.io/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5:45–6:15. Сервис и исходный код доступны по ссылкам и QR-кодам. На ngrok при первом визите нажмите Visit Site. Две учётные записи предназначены исключительно для синтетической демонстрации, публикация согласована владельцем. Два общих демологина не блокируются на 15 минут после ошибок. Gateway сохраняет ограничение частоты запросов. Версия к сдаче закреплена тегом. В README есть запуск, проверочные данные и все архитектурные материалы.</a:t>
            </a:r>
          </a:p>
          <a:p xmlns:a="http://schemas.openxmlformats.org/drawingml/2006/main">
            <a:r>
              <a:t/>
            </a:r>
          </a:p>
          <a:p xmlns:a="http://schemas.openxmlformats.org/drawingml/2006/main">
            <a:r>
              <a:t>Источники: docs/jury/demo-access.json; docs/jury/demo.md;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90c59262f54bf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01fb6910dbe455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ade8b5c84b49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54fec9ba8ed4d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097c4e6e0ac410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6ce3ba940db4b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00DEE5-BD74-4A89-8053-5C1EF29AAEC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AD6B358-9F97-457C-ABBC-56A15FB920A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DF7E414-E10D-461B-964A-1127F54FDDF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F7ECDFA-52A4-4904-8C6D-165AD06741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1F73FFE-09DD-4A00-8A44-BD2C3368A38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39F0F10-CE50-4722-AD04-8EA90451F08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C4BA17-ADBD-460D-BBE7-4BF98B01F7B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0323C60-3969-4115-8AEA-9D325ABABE6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8A161B-3446-413B-B5CA-FBCD6D1129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118C1CF-3B3D-4024-BF01-F8943454471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88d48c991874083" /><Relationship Type="http://schemas.openxmlformats.org/officeDocument/2006/relationships/slideLayout" Target="/ppt/slideLayouts/slideLayout1.xml" Id="R2069b06923184fcc" /><Relationship Type="http://schemas.openxmlformats.org/officeDocument/2006/relationships/slideLayout" Target="/ppt/slideLayouts/slideLayout2.xml" Id="R1d10776c52d74907" /><Relationship Type="http://schemas.openxmlformats.org/officeDocument/2006/relationships/slideLayout" Target="/ppt/slideLayouts/slideLayout3.xml" Id="R1a2835df77054a7d" /><Relationship Type="http://schemas.openxmlformats.org/officeDocument/2006/relationships/slideLayout" Target="/ppt/slideLayouts/slideLayout4.xml" Id="Rf1aa4f54db1f4c56" /><Relationship Type="http://schemas.openxmlformats.org/officeDocument/2006/relationships/slideLayout" Target="/ppt/slideLayouts/slideLayout5.xml" Id="Rdb17530223c5429e" /><Relationship Type="http://schemas.openxmlformats.org/officeDocument/2006/relationships/slideLayout" Target="/ppt/slideLayouts/slideLayout6.xml" Id="Rf3b3a9bc842740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69b06923184fcc"/>
    <p:sldLayoutId xmlns:r="http://schemas.openxmlformats.org/officeDocument/2006/relationships" id="2147483650" r:id="R1d10776c52d74907"/>
    <p:sldLayoutId xmlns:r="http://schemas.openxmlformats.org/officeDocument/2006/relationships" id="2147483651" r:id="R1a2835df77054a7d"/>
    <p:sldLayoutId xmlns:r="http://schemas.openxmlformats.org/officeDocument/2006/relationships" id="2147483652" r:id="Rf1aa4f54db1f4c56"/>
    <p:sldLayoutId xmlns:r="http://schemas.openxmlformats.org/officeDocument/2006/relationships" id="2147483653" r:id="Rdb17530223c5429e"/>
    <p:sldLayoutId xmlns:r="http://schemas.openxmlformats.org/officeDocument/2006/relationships" id="2147483654" r:id="Rf3b3a9bc842740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6fbdfcc01cd498b" /><Relationship Type="http://schemas.openxmlformats.org/officeDocument/2006/relationships/notesSlide" Target="/ppt/notesSlides/notesSlide1.xml" Id="R0e22ebe128014a3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e35395197f74ac6" /><Relationship Type="http://schemas.openxmlformats.org/officeDocument/2006/relationships/notesSlide" Target="/ppt/notesSlides/notesSlide2.xml" Id="R4b871656746645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5cbe6c6733b4ba3" /><Relationship Type="http://schemas.openxmlformats.org/officeDocument/2006/relationships/notesSlide" Target="/ppt/notesSlides/notesSlide3.xml" Id="R8874375ee2394b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4bc09e4d1a4444a" /><Relationship Type="http://schemas.openxmlformats.org/officeDocument/2006/relationships/notesSlide" Target="/ppt/notesSlides/notesSlide4.xml" Id="R34888ee9b5de4e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f90107626424b65" /><Relationship Type="http://schemas.openxmlformats.org/officeDocument/2006/relationships/image" Target="/ppt/media/image.jpeg" Id="R1fed10098569413a" /><Relationship Type="http://schemas.openxmlformats.org/officeDocument/2006/relationships/notesSlide" Target="/ppt/notesSlides/notesSlide5.xml" Id="R659f100c72d2491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b5e84cf47c64f00" /><Relationship Type="http://schemas.openxmlformats.org/officeDocument/2006/relationships/notesSlide" Target="/ppt/notesSlides/notesSlide6.xml" Id="Re41493c92c1f49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3491133c60e44cb" /><Relationship Type="http://schemas.openxmlformats.org/officeDocument/2006/relationships/notesSlide" Target="/ppt/notesSlides/notesSlide7.xml" Id="Rbe06cee24495438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ae28e260dfc441d" /><Relationship Type="http://schemas.openxmlformats.org/officeDocument/2006/relationships/image" Target="/ppt/media/image2.jpeg" Id="Red34045287bb4167" /><Relationship Type="http://schemas.openxmlformats.org/officeDocument/2006/relationships/notesSlide" Target="/ppt/notesSlides/notesSlide8.xml" Id="Rebbe9933a32c4f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652c75a0c6e48e1" /><Relationship Type="http://schemas.openxmlformats.org/officeDocument/2006/relationships/notesSlide" Target="/ppt/notesSlides/notesSlide9.xml" Id="R3ce9718009d745b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7167e1770b24b8e" /><Relationship Type="http://schemas.openxmlformats.org/officeDocument/2006/relationships/notesSlide" Target="/ppt/notesSlides/notesSlide10.xml" Id="R89b41f0a8c82433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6cb8ca2859a489d" /><Relationship Type="http://schemas.openxmlformats.org/officeDocument/2006/relationships/notesSlide" Target="/ppt/notesSlides/notesSlide11.xml" Id="R8e3f0d0768824a11" /></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e9c5f71dc63c4fbd" /><ns0:Relationship Type="http://schemas.openxmlformats.org/officeDocument/2006/relationships/image" Target="/ppt/media/image.png" Id="R0c1e6577660945e1" /><ns0:Relationship Type="http://schemas.openxmlformats.org/officeDocument/2006/relationships/image" Target="/ppt/media/image2.png" Id="Rf389050c19c24893" /><ns0:Relationship Type="http://schemas.openxmlformats.org/officeDocument/2006/relationships/notesSlide" Target="/ppt/notesSlides/notesSlide12.xml" Id="R305a7e53749c4308" /><ns0:Relationship Id="rIdJuryDemo" Type="http://schemas.openxmlformats.org/officeDocument/2006/relationships/hyperlink" Target="https://president-diameter-endearing.ngrok-free.dev" TargetMode="External" /><ns0:Relationship Id="rIdJuryRepo" Type="http://schemas.openxmlformats.org/officeDocument/2006/relationships/hyperlink" Target="https://github.com/Tonitrus1/ALFA-HACK-2026" TargetMode="External" /><ns0:Relationship Id="rIdJuryTag" Type="http://schemas.openxmlformats.org/officeDocument/2006/relationships/hyperlink" Target="https://github.com/Tonitrus1/ALFA-HACK-2026/tree/submission-2026-10-26-r2" TargetMode="External" /></ns0:Relationships>
</file>

<file path=ppt/slides/slide1.xml><?xml version="1.0" encoding="utf-8"?>
<p:sld xmlns:p="http://schemas.openxmlformats.org/presentationml/2006/main">
  <p:cSld>
    <p:bg>
      <p:bgPr>
        <a:solidFill xmlns:a="http://schemas.openxmlformats.org/drawingml/2006/main">
          <a:srgbClr val="F52B22"/>
        </a:solidFill>
      </p:bgPr>
    </p:bg>
    <p:spTree>
      <p:nvGrpSpPr>
        <p:cNvPr id="1" name=""/>
        <p:cNvGrpSpPr/>
        <p:nvPr/>
      </p:nvGrpSpPr>
      <p:grpSpPr>
        <a:xfrm xmlns:a="http://schemas.openxmlformats.org/drawingml/2006/main"/>
      </p:grpSpPr>
      <p:sp>
        <p:nvSpPr>
          <p:cNvPr id="2" name="АЛЬФА ХАК 2026">
            <a:extLst xmlns:a="http://schemas.openxmlformats.org/drawingml/2006/main">
              <a:ext uri="{FF2B5EF4-FFF2-40B4-BE49-F238E27FC236}">
                <a16:creationId xmlns:a16="http://schemas.microsoft.com/office/drawing/2014/main" id="{8434CC86-9F83-4EEE-8CF9-9B905D0B4339}"/>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FFFFF"/>
                </a:solidFill>
                <a:latin typeface="Arial"/>
                <a:ea typeface="Arial"/>
                <a:cs typeface="Arial"/>
              </a:defRPr>
            </a:defPPr>
            <a:lvl1pPr algn="l">
              <a:defRPr sz="975" b="1">
                <a:solidFill>
                  <a:srgbClr val="FFFFFF"/>
                </a:solidFill>
                <a:latin typeface="Arial"/>
                <a:ea typeface="Arial"/>
                <a:cs typeface="Arial"/>
              </a:defRPr>
            </a:lvl1pPr>
            <a:lvl2pPr algn="l">
              <a:defRPr sz="975" b="1">
                <a:solidFill>
                  <a:srgbClr val="FFFFFF"/>
                </a:solidFill>
                <a:latin typeface="Arial"/>
                <a:ea typeface="Arial"/>
                <a:cs typeface="Arial"/>
              </a:defRPr>
            </a:lvl2pPr>
            <a:lvl3pPr algn="l">
              <a:defRPr sz="975" b="1">
                <a:solidFill>
                  <a:srgbClr val="FFFFFF"/>
                </a:solidFill>
                <a:latin typeface="Arial"/>
                <a:ea typeface="Arial"/>
                <a:cs typeface="Arial"/>
              </a:defRPr>
            </a:lvl3pPr>
            <a:lvl4pPr algn="l">
              <a:defRPr sz="975" b="1">
                <a:solidFill>
                  <a:srgbClr val="FFFFFF"/>
                </a:solidFill>
                <a:latin typeface="Arial"/>
                <a:ea typeface="Arial"/>
                <a:cs typeface="Arial"/>
              </a:defRPr>
            </a:lvl4pPr>
            <a:lvl5pPr algn="l">
              <a:defRPr sz="975" b="1">
                <a:solidFill>
                  <a:srgbClr val="FFFFFF"/>
                </a:solidFill>
                <a:latin typeface="Arial"/>
                <a:ea typeface="Arial"/>
                <a:cs typeface="Arial"/>
              </a:defRPr>
            </a:lvl5pPr>
            <a:lvl6pPr algn="l">
              <a:defRPr sz="975" b="1">
                <a:solidFill>
                  <a:srgbClr val="FFFFFF"/>
                </a:solidFill>
                <a:latin typeface="Arial"/>
                <a:ea typeface="Arial"/>
                <a:cs typeface="Arial"/>
              </a:defRPr>
            </a:lvl6pPr>
            <a:lvl7pPr algn="l">
              <a:defRPr sz="975" b="1">
                <a:solidFill>
                  <a:srgbClr val="FFFFFF"/>
                </a:solidFill>
                <a:latin typeface="Arial"/>
                <a:ea typeface="Arial"/>
                <a:cs typeface="Arial"/>
              </a:defRPr>
            </a:lvl7pPr>
            <a:lvl8pPr algn="l">
              <a:defRPr sz="975" b="1">
                <a:solidFill>
                  <a:srgbClr val="FFFFFF"/>
                </a:solidFill>
                <a:latin typeface="Arial"/>
                <a:ea typeface="Arial"/>
                <a:cs typeface="Arial"/>
              </a:defRPr>
            </a:lvl8pPr>
            <a:lvl9pPr algn="l">
              <a:defRPr sz="975" b="1">
                <a:solidFill>
                  <a:srgbClr val="FFFFFF"/>
                </a:solidFill>
                <a:latin typeface="Arial"/>
                <a:ea typeface="Arial"/>
                <a:cs typeface="Arial"/>
              </a:defRPr>
            </a:lvl9pPr>
          </a:lstStyle>
          <a:p xmlns:a="http://schemas.openxmlformats.org/drawingml/2006/main">
            <a:pPr algn="l">
              <a:defRPr sz="975" b="1">
                <a:solidFill>
                  <a:srgbClr val="FFFFFF"/>
                </a:solidFill>
              </a:defRPr>
            </a:pPr>
            <a:r>
              <a:rPr sz="975" b="1">
                <a:solidFill>
                  <a:srgbClr val="FFFFFF"/>
                </a:solidFill>
                <a:latin typeface="Arial"/>
                <a:ea typeface="Arial"/>
                <a:cs typeface="Arial"/>
              </a:rPr>
              <a:t>АЛЬФА ХАК 2026</a:t>
            </a:r>
          </a:p>
        </p:txBody>
      </p:sp>
      <p:sp>
        <p:nvSpPr>
          <p:cNvPr id="3" name="Поток / Gambit_Yvaga">
            <a:extLst xmlns:a="http://schemas.openxmlformats.org/drawingml/2006/main">
              <a:ext uri="{FF2B5EF4-FFF2-40B4-BE49-F238E27FC236}">
                <a16:creationId xmlns:a16="http://schemas.microsoft.com/office/drawing/2014/main" id="{836CDE26-049D-4523-B4A2-7EC54B9D231C}"/>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FFFFFF"/>
                </a:solidFill>
                <a:latin typeface="Arial"/>
                <a:ea typeface="Arial"/>
                <a:cs typeface="Arial"/>
              </a:defRPr>
            </a:defPPr>
            <a:lvl1pPr algn="l">
              <a:defRPr sz="1125" b="0">
                <a:solidFill>
                  <a:srgbClr val="FFFFFF"/>
                </a:solidFill>
                <a:latin typeface="Arial"/>
                <a:ea typeface="Arial"/>
                <a:cs typeface="Arial"/>
              </a:defRPr>
            </a:lvl1pPr>
            <a:lvl2pPr algn="l">
              <a:defRPr sz="1125" b="0">
                <a:solidFill>
                  <a:srgbClr val="FFFFFF"/>
                </a:solidFill>
                <a:latin typeface="Arial"/>
                <a:ea typeface="Arial"/>
                <a:cs typeface="Arial"/>
              </a:defRPr>
            </a:lvl2pPr>
            <a:lvl3pPr algn="l">
              <a:defRPr sz="1125" b="0">
                <a:solidFill>
                  <a:srgbClr val="FFFFFF"/>
                </a:solidFill>
                <a:latin typeface="Arial"/>
                <a:ea typeface="Arial"/>
                <a:cs typeface="Arial"/>
              </a:defRPr>
            </a:lvl3pPr>
            <a:lvl4pPr algn="l">
              <a:defRPr sz="1125" b="0">
                <a:solidFill>
                  <a:srgbClr val="FFFFFF"/>
                </a:solidFill>
                <a:latin typeface="Arial"/>
                <a:ea typeface="Arial"/>
                <a:cs typeface="Arial"/>
              </a:defRPr>
            </a:lvl4pPr>
            <a:lvl5pPr algn="l">
              <a:defRPr sz="1125" b="0">
                <a:solidFill>
                  <a:srgbClr val="FFFFFF"/>
                </a:solidFill>
                <a:latin typeface="Arial"/>
                <a:ea typeface="Arial"/>
                <a:cs typeface="Arial"/>
              </a:defRPr>
            </a:lvl5pPr>
            <a:lvl6pPr algn="l">
              <a:defRPr sz="1125" b="0">
                <a:solidFill>
                  <a:srgbClr val="FFFFFF"/>
                </a:solidFill>
                <a:latin typeface="Arial"/>
                <a:ea typeface="Arial"/>
                <a:cs typeface="Arial"/>
              </a:defRPr>
            </a:lvl6pPr>
            <a:lvl7pPr algn="l">
              <a:defRPr sz="1125" b="0">
                <a:solidFill>
                  <a:srgbClr val="FFFFFF"/>
                </a:solidFill>
                <a:latin typeface="Arial"/>
                <a:ea typeface="Arial"/>
                <a:cs typeface="Arial"/>
              </a:defRPr>
            </a:lvl7pPr>
            <a:lvl8pPr algn="l">
              <a:defRPr sz="1125" b="0">
                <a:solidFill>
                  <a:srgbClr val="FFFFFF"/>
                </a:solidFill>
                <a:latin typeface="Arial"/>
                <a:ea typeface="Arial"/>
                <a:cs typeface="Arial"/>
              </a:defRPr>
            </a:lvl8pPr>
            <a:lvl9pPr algn="l">
              <a:defRPr sz="1125" b="0">
                <a:solidFill>
                  <a:srgbClr val="FFFFFF"/>
                </a:solidFill>
                <a:latin typeface="Arial"/>
                <a:ea typeface="Arial"/>
                <a:cs typeface="Arial"/>
              </a:defRPr>
            </a:lvl9pPr>
          </a:lstStyle>
          <a:p xmlns:a="http://schemas.openxmlformats.org/drawingml/2006/main">
            <a:pPr algn="l">
              <a:defRPr sz="1125" b="0">
                <a:solidFill>
                  <a:srgbClr val="FFFFFF"/>
                </a:solidFill>
              </a:defRPr>
            </a:pPr>
            <a:r>
              <a:rPr sz="1125" b="0">
                <a:solidFill>
                  <a:srgbClr val="FFFFFF"/>
                </a:solidFill>
                <a:latin typeface="Arial"/>
                <a:ea typeface="Arial"/>
                <a:cs typeface="Arial"/>
              </a:rPr>
              <a:t>Поток / Gambit_Yvaga</a:t>
            </a:r>
          </a:p>
        </p:txBody>
      </p:sp>
      <p:sp>
        <p:nvSpPr>
          <p:cNvPr id="4" name="01">
            <a:extLst xmlns:a="http://schemas.openxmlformats.org/drawingml/2006/main">
              <a:ext uri="{FF2B5EF4-FFF2-40B4-BE49-F238E27FC236}">
                <a16:creationId xmlns:a16="http://schemas.microsoft.com/office/drawing/2014/main" id="{AC7388AC-D57D-4D21-89AE-54F5B5318A67}"/>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FFFFFF"/>
                </a:solidFill>
                <a:latin typeface="Arial"/>
                <a:ea typeface="Arial"/>
                <a:cs typeface="Arial"/>
              </a:defRPr>
            </a:defPPr>
            <a:lvl1pPr algn="r">
              <a:defRPr sz="1125" b="0">
                <a:solidFill>
                  <a:srgbClr val="FFFFFF"/>
                </a:solidFill>
                <a:latin typeface="Arial"/>
                <a:ea typeface="Arial"/>
                <a:cs typeface="Arial"/>
              </a:defRPr>
            </a:lvl1pPr>
            <a:lvl2pPr algn="r">
              <a:defRPr sz="1125" b="0">
                <a:solidFill>
                  <a:srgbClr val="FFFFFF"/>
                </a:solidFill>
                <a:latin typeface="Arial"/>
                <a:ea typeface="Arial"/>
                <a:cs typeface="Arial"/>
              </a:defRPr>
            </a:lvl2pPr>
            <a:lvl3pPr algn="r">
              <a:defRPr sz="1125" b="0">
                <a:solidFill>
                  <a:srgbClr val="FFFFFF"/>
                </a:solidFill>
                <a:latin typeface="Arial"/>
                <a:ea typeface="Arial"/>
                <a:cs typeface="Arial"/>
              </a:defRPr>
            </a:lvl3pPr>
            <a:lvl4pPr algn="r">
              <a:defRPr sz="1125" b="0">
                <a:solidFill>
                  <a:srgbClr val="FFFFFF"/>
                </a:solidFill>
                <a:latin typeface="Arial"/>
                <a:ea typeface="Arial"/>
                <a:cs typeface="Arial"/>
              </a:defRPr>
            </a:lvl4pPr>
            <a:lvl5pPr algn="r">
              <a:defRPr sz="1125" b="0">
                <a:solidFill>
                  <a:srgbClr val="FFFFFF"/>
                </a:solidFill>
                <a:latin typeface="Arial"/>
                <a:ea typeface="Arial"/>
                <a:cs typeface="Arial"/>
              </a:defRPr>
            </a:lvl5pPr>
            <a:lvl6pPr algn="r">
              <a:defRPr sz="1125" b="0">
                <a:solidFill>
                  <a:srgbClr val="FFFFFF"/>
                </a:solidFill>
                <a:latin typeface="Arial"/>
                <a:ea typeface="Arial"/>
                <a:cs typeface="Arial"/>
              </a:defRPr>
            </a:lvl6pPr>
            <a:lvl7pPr algn="r">
              <a:defRPr sz="1125" b="0">
                <a:solidFill>
                  <a:srgbClr val="FFFFFF"/>
                </a:solidFill>
                <a:latin typeface="Arial"/>
                <a:ea typeface="Arial"/>
                <a:cs typeface="Arial"/>
              </a:defRPr>
            </a:lvl7pPr>
            <a:lvl8pPr algn="r">
              <a:defRPr sz="1125" b="0">
                <a:solidFill>
                  <a:srgbClr val="FFFFFF"/>
                </a:solidFill>
                <a:latin typeface="Arial"/>
                <a:ea typeface="Arial"/>
                <a:cs typeface="Arial"/>
              </a:defRPr>
            </a:lvl8pPr>
            <a:lvl9pPr algn="r">
              <a:defRPr sz="1125" b="0">
                <a:solidFill>
                  <a:srgbClr val="FFFFFF"/>
                </a:solidFill>
                <a:latin typeface="Arial"/>
                <a:ea typeface="Arial"/>
                <a:cs typeface="Arial"/>
              </a:defRPr>
            </a:lvl9pPr>
          </a:lstStyle>
          <a:p xmlns:a="http://schemas.openxmlformats.org/drawingml/2006/main">
            <a:pPr algn="r">
              <a:defRPr sz="1125" b="0">
                <a:solidFill>
                  <a:srgbClr val="FFFFFF"/>
                </a:solidFill>
              </a:defRPr>
            </a:pPr>
            <a:r>
              <a:rPr sz="1125" b="0">
                <a:solidFill>
                  <a:srgbClr val="FFFFFF"/>
                </a:solidFill>
                <a:latin typeface="Arial"/>
                <a:ea typeface="Arial"/>
                <a:cs typeface="Arial"/>
              </a:rPr>
              <a:t>01</a:t>
            </a:r>
          </a:p>
        </p:txBody>
      </p:sp>
      <p:sp>
        <p:nvSpPr>
          <p:cNvPr id="5" name="Поток">
            <a:extLst xmlns:a="http://schemas.openxmlformats.org/drawingml/2006/main">
              <a:ext uri="{FF2B5EF4-FFF2-40B4-BE49-F238E27FC236}">
                <a16:creationId xmlns:a16="http://schemas.microsoft.com/office/drawing/2014/main" id="{B8E0C164-E4F2-45D7-B27F-4796E5464857}"/>
              </a:ext>
            </a:extLst>
          </p:cNvPr>
          <p:cNvSpPr>
            <a:spLocks xmlns:a="http://schemas.openxmlformats.org/drawingml/2006/main" noGrp="1"/>
          </p:cNvSpPr>
          <p:nvPr/>
        </p:nvSpPr>
        <p:spPr>
          <a:xfrm xmlns:a="http://schemas.openxmlformats.org/drawingml/2006/main">
            <a:off x="533400" y="1104900"/>
            <a:ext cx="111252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900" b="1">
                <a:solidFill>
                  <a:srgbClr val="FFFFFF"/>
                </a:solidFill>
                <a:latin typeface="Arial"/>
                <a:ea typeface="Arial"/>
                <a:cs typeface="Arial"/>
              </a:defRPr>
            </a:defPPr>
            <a:lvl1pPr algn="l">
              <a:defRPr sz="12900" b="1">
                <a:solidFill>
                  <a:srgbClr val="FFFFFF"/>
                </a:solidFill>
                <a:latin typeface="Arial"/>
                <a:ea typeface="Arial"/>
                <a:cs typeface="Arial"/>
              </a:defRPr>
            </a:lvl1pPr>
            <a:lvl2pPr algn="l">
              <a:defRPr sz="12900" b="1">
                <a:solidFill>
                  <a:srgbClr val="FFFFFF"/>
                </a:solidFill>
                <a:latin typeface="Arial"/>
                <a:ea typeface="Arial"/>
                <a:cs typeface="Arial"/>
              </a:defRPr>
            </a:lvl2pPr>
            <a:lvl3pPr algn="l">
              <a:defRPr sz="12900" b="1">
                <a:solidFill>
                  <a:srgbClr val="FFFFFF"/>
                </a:solidFill>
                <a:latin typeface="Arial"/>
                <a:ea typeface="Arial"/>
                <a:cs typeface="Arial"/>
              </a:defRPr>
            </a:lvl3pPr>
            <a:lvl4pPr algn="l">
              <a:defRPr sz="12900" b="1">
                <a:solidFill>
                  <a:srgbClr val="FFFFFF"/>
                </a:solidFill>
                <a:latin typeface="Arial"/>
                <a:ea typeface="Arial"/>
                <a:cs typeface="Arial"/>
              </a:defRPr>
            </a:lvl4pPr>
            <a:lvl5pPr algn="l">
              <a:defRPr sz="12900" b="1">
                <a:solidFill>
                  <a:srgbClr val="FFFFFF"/>
                </a:solidFill>
                <a:latin typeface="Arial"/>
                <a:ea typeface="Arial"/>
                <a:cs typeface="Arial"/>
              </a:defRPr>
            </a:lvl5pPr>
            <a:lvl6pPr algn="l">
              <a:defRPr sz="12900" b="1">
                <a:solidFill>
                  <a:srgbClr val="FFFFFF"/>
                </a:solidFill>
                <a:latin typeface="Arial"/>
                <a:ea typeface="Arial"/>
                <a:cs typeface="Arial"/>
              </a:defRPr>
            </a:lvl6pPr>
            <a:lvl7pPr algn="l">
              <a:defRPr sz="12900" b="1">
                <a:solidFill>
                  <a:srgbClr val="FFFFFF"/>
                </a:solidFill>
                <a:latin typeface="Arial"/>
                <a:ea typeface="Arial"/>
                <a:cs typeface="Arial"/>
              </a:defRPr>
            </a:lvl7pPr>
            <a:lvl8pPr algn="l">
              <a:defRPr sz="12900" b="1">
                <a:solidFill>
                  <a:srgbClr val="FFFFFF"/>
                </a:solidFill>
                <a:latin typeface="Arial"/>
                <a:ea typeface="Arial"/>
                <a:cs typeface="Arial"/>
              </a:defRPr>
            </a:lvl8pPr>
            <a:lvl9pPr algn="l">
              <a:defRPr sz="12900" b="1">
                <a:solidFill>
                  <a:srgbClr val="FFFFFF"/>
                </a:solidFill>
                <a:latin typeface="Arial"/>
                <a:ea typeface="Arial"/>
                <a:cs typeface="Arial"/>
              </a:defRPr>
            </a:lvl9pPr>
          </a:lstStyle>
          <a:p xmlns:a="http://schemas.openxmlformats.org/drawingml/2006/main">
            <a:pPr algn="l">
              <a:defRPr sz="12900" b="1">
                <a:solidFill>
                  <a:srgbClr val="FFFFFF"/>
                </a:solidFill>
              </a:defRPr>
            </a:pPr>
            <a:r>
              <a:rPr sz="12900" b="1">
                <a:solidFill>
                  <a:srgbClr val="FFFFFF"/>
                </a:solidFill>
                <a:latin typeface="Arial"/>
                <a:ea typeface="Arial"/>
                <a:cs typeface="Arial"/>
              </a:rPr>
              <a:t>Поток</a:t>
            </a:r>
          </a:p>
        </p:txBody>
      </p:sp>
      <p:sp>
        <p:nvSpPr>
          <p:cNvPr id="6" name="Умный кредитный кабинет">
            <a:extLst xmlns:a="http://schemas.openxmlformats.org/drawingml/2006/main">
              <a:ext uri="{FF2B5EF4-FFF2-40B4-BE49-F238E27FC236}">
                <a16:creationId xmlns:a16="http://schemas.microsoft.com/office/drawing/2014/main" id="{B1BF59EA-0873-47D9-B712-58DA6FC9914D}"/>
              </a:ext>
            </a:extLst>
          </p:cNvPr>
          <p:cNvSpPr>
            <a:spLocks xmlns:a="http://schemas.openxmlformats.org/drawingml/2006/main" noGrp="1"/>
          </p:cNvSpPr>
          <p:nvPr/>
        </p:nvSpPr>
        <p:spPr>
          <a:xfrm xmlns:a="http://schemas.openxmlformats.org/drawingml/2006/main">
            <a:off x="609600" y="3371850"/>
            <a:ext cx="10477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825" b="0">
                <a:solidFill>
                  <a:srgbClr val="FFFFFF"/>
                </a:solidFill>
                <a:latin typeface="Arial"/>
                <a:ea typeface="Arial"/>
                <a:cs typeface="Arial"/>
              </a:defRPr>
            </a:defPPr>
            <a:lvl1pPr algn="l">
              <a:defRPr sz="3825" b="0">
                <a:solidFill>
                  <a:srgbClr val="FFFFFF"/>
                </a:solidFill>
                <a:latin typeface="Arial"/>
                <a:ea typeface="Arial"/>
                <a:cs typeface="Arial"/>
              </a:defRPr>
            </a:lvl1pPr>
            <a:lvl2pPr algn="l">
              <a:defRPr sz="3825" b="0">
                <a:solidFill>
                  <a:srgbClr val="FFFFFF"/>
                </a:solidFill>
                <a:latin typeface="Arial"/>
                <a:ea typeface="Arial"/>
                <a:cs typeface="Arial"/>
              </a:defRPr>
            </a:lvl2pPr>
            <a:lvl3pPr algn="l">
              <a:defRPr sz="3825" b="0">
                <a:solidFill>
                  <a:srgbClr val="FFFFFF"/>
                </a:solidFill>
                <a:latin typeface="Arial"/>
                <a:ea typeface="Arial"/>
                <a:cs typeface="Arial"/>
              </a:defRPr>
            </a:lvl3pPr>
            <a:lvl4pPr algn="l">
              <a:defRPr sz="3825" b="0">
                <a:solidFill>
                  <a:srgbClr val="FFFFFF"/>
                </a:solidFill>
                <a:latin typeface="Arial"/>
                <a:ea typeface="Arial"/>
                <a:cs typeface="Arial"/>
              </a:defRPr>
            </a:lvl4pPr>
            <a:lvl5pPr algn="l">
              <a:defRPr sz="3825" b="0">
                <a:solidFill>
                  <a:srgbClr val="FFFFFF"/>
                </a:solidFill>
                <a:latin typeface="Arial"/>
                <a:ea typeface="Arial"/>
                <a:cs typeface="Arial"/>
              </a:defRPr>
            </a:lvl5pPr>
            <a:lvl6pPr algn="l">
              <a:defRPr sz="3825" b="0">
                <a:solidFill>
                  <a:srgbClr val="FFFFFF"/>
                </a:solidFill>
                <a:latin typeface="Arial"/>
                <a:ea typeface="Arial"/>
                <a:cs typeface="Arial"/>
              </a:defRPr>
            </a:lvl6pPr>
            <a:lvl7pPr algn="l">
              <a:defRPr sz="3825" b="0">
                <a:solidFill>
                  <a:srgbClr val="FFFFFF"/>
                </a:solidFill>
                <a:latin typeface="Arial"/>
                <a:ea typeface="Arial"/>
                <a:cs typeface="Arial"/>
              </a:defRPr>
            </a:lvl7pPr>
            <a:lvl8pPr algn="l">
              <a:defRPr sz="3825" b="0">
                <a:solidFill>
                  <a:srgbClr val="FFFFFF"/>
                </a:solidFill>
                <a:latin typeface="Arial"/>
                <a:ea typeface="Arial"/>
                <a:cs typeface="Arial"/>
              </a:defRPr>
            </a:lvl8pPr>
            <a:lvl9pPr algn="l">
              <a:defRPr sz="3825" b="0">
                <a:solidFill>
                  <a:srgbClr val="FFFFFF"/>
                </a:solidFill>
                <a:latin typeface="Arial"/>
                <a:ea typeface="Arial"/>
                <a:cs typeface="Arial"/>
              </a:defRPr>
            </a:lvl9pPr>
          </a:lstStyle>
          <a:p xmlns:a="http://schemas.openxmlformats.org/drawingml/2006/main">
            <a:pPr algn="l">
              <a:defRPr sz="3825" b="0">
                <a:solidFill>
                  <a:srgbClr val="FFFFFF"/>
                </a:solidFill>
              </a:defRPr>
            </a:pPr>
            <a:r>
              <a:rPr sz="3825" b="0">
                <a:solidFill>
                  <a:srgbClr val="FFFFFF"/>
                </a:solidFill>
                <a:latin typeface="Arial"/>
                <a:ea typeface="Arial"/>
                <a:cs typeface="Arial"/>
              </a:rPr>
              <a:t>Умный кредитный кабинет</a:t>
            </a:r>
          </a:p>
          <a:p xmlns:a="http://schemas.openxmlformats.org/drawingml/2006/main">
            <a:pPr algn="l">
              <a:defRPr sz="3825" b="0">
                <a:solidFill>
                  <a:srgbClr val="FFFFFF"/>
                </a:solidFill>
              </a:defRPr>
            </a:pPr>
            <a:r>
              <a:rPr sz="3825" b="0">
                <a:solidFill>
                  <a:srgbClr val="FFFFFF"/>
                </a:solidFill>
                <a:latin typeface="Arial"/>
                <a:ea typeface="Arial"/>
                <a:cs typeface="Arial"/>
              </a:rPr>
              <a:t>предпринимателя</a:t>
            </a:r>
          </a:p>
        </p:txBody>
      </p:sp>
      <p:sp>
        <p:nvSpPr>
          <p:cNvPr id="7" name="Gambit_Yvaga">
            <a:extLst xmlns:a="http://schemas.openxmlformats.org/drawingml/2006/main">
              <a:ext uri="{FF2B5EF4-FFF2-40B4-BE49-F238E27FC236}">
                <a16:creationId xmlns:a16="http://schemas.microsoft.com/office/drawing/2014/main" id="{8B5D1ACA-73D5-4107-B577-90A8484351BE}"/>
              </a:ext>
            </a:extLst>
          </p:cNvPr>
          <p:cNvSpPr>
            <a:spLocks xmlns:a="http://schemas.openxmlformats.org/drawingml/2006/main" noGrp="1"/>
          </p:cNvSpPr>
          <p:nvPr/>
        </p:nvSpPr>
        <p:spPr>
          <a:xfrm xmlns:a="http://schemas.openxmlformats.org/drawingml/2006/main">
            <a:off x="609600" y="5467350"/>
            <a:ext cx="723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550" b="1">
                <a:solidFill>
                  <a:srgbClr val="FFFFFF"/>
                </a:solidFill>
                <a:latin typeface="Arial"/>
                <a:ea typeface="Arial"/>
                <a:cs typeface="Arial"/>
              </a:defRPr>
            </a:defPPr>
            <a:lvl1pPr algn="l">
              <a:defRPr sz="2550" b="1">
                <a:solidFill>
                  <a:srgbClr val="FFFFFF"/>
                </a:solidFill>
                <a:latin typeface="Arial"/>
                <a:ea typeface="Arial"/>
                <a:cs typeface="Arial"/>
              </a:defRPr>
            </a:lvl1pPr>
            <a:lvl2pPr algn="l">
              <a:defRPr sz="2550" b="1">
                <a:solidFill>
                  <a:srgbClr val="FFFFFF"/>
                </a:solidFill>
                <a:latin typeface="Arial"/>
                <a:ea typeface="Arial"/>
                <a:cs typeface="Arial"/>
              </a:defRPr>
            </a:lvl2pPr>
            <a:lvl3pPr algn="l">
              <a:defRPr sz="2550" b="1">
                <a:solidFill>
                  <a:srgbClr val="FFFFFF"/>
                </a:solidFill>
                <a:latin typeface="Arial"/>
                <a:ea typeface="Arial"/>
                <a:cs typeface="Arial"/>
              </a:defRPr>
            </a:lvl3pPr>
            <a:lvl4pPr algn="l">
              <a:defRPr sz="2550" b="1">
                <a:solidFill>
                  <a:srgbClr val="FFFFFF"/>
                </a:solidFill>
                <a:latin typeface="Arial"/>
                <a:ea typeface="Arial"/>
                <a:cs typeface="Arial"/>
              </a:defRPr>
            </a:lvl4pPr>
            <a:lvl5pPr algn="l">
              <a:defRPr sz="2550" b="1">
                <a:solidFill>
                  <a:srgbClr val="FFFFFF"/>
                </a:solidFill>
                <a:latin typeface="Arial"/>
                <a:ea typeface="Arial"/>
                <a:cs typeface="Arial"/>
              </a:defRPr>
            </a:lvl5pPr>
            <a:lvl6pPr algn="l">
              <a:defRPr sz="2550" b="1">
                <a:solidFill>
                  <a:srgbClr val="FFFFFF"/>
                </a:solidFill>
                <a:latin typeface="Arial"/>
                <a:ea typeface="Arial"/>
                <a:cs typeface="Arial"/>
              </a:defRPr>
            </a:lvl6pPr>
            <a:lvl7pPr algn="l">
              <a:defRPr sz="2550" b="1">
                <a:solidFill>
                  <a:srgbClr val="FFFFFF"/>
                </a:solidFill>
                <a:latin typeface="Arial"/>
                <a:ea typeface="Arial"/>
                <a:cs typeface="Arial"/>
              </a:defRPr>
            </a:lvl7pPr>
            <a:lvl8pPr algn="l">
              <a:defRPr sz="2550" b="1">
                <a:solidFill>
                  <a:srgbClr val="FFFFFF"/>
                </a:solidFill>
                <a:latin typeface="Arial"/>
                <a:ea typeface="Arial"/>
                <a:cs typeface="Arial"/>
              </a:defRPr>
            </a:lvl8pPr>
            <a:lvl9pPr algn="l">
              <a:defRPr sz="2550" b="1">
                <a:solidFill>
                  <a:srgbClr val="FFFFFF"/>
                </a:solidFill>
                <a:latin typeface="Arial"/>
                <a:ea typeface="Arial"/>
                <a:cs typeface="Arial"/>
              </a:defRPr>
            </a:lvl9pPr>
          </a:lstStyle>
          <a:p xmlns:a="http://schemas.openxmlformats.org/drawingml/2006/main">
            <a:pPr algn="l">
              <a:defRPr sz="2550" b="1">
                <a:solidFill>
                  <a:srgbClr val="FFFFFF"/>
                </a:solidFill>
              </a:defRPr>
            </a:pPr>
            <a:r>
              <a:rPr sz="2550" b="1">
                <a:solidFill>
                  <a:srgbClr val="FFFFFF"/>
                </a:solidFill>
                <a:latin typeface="Arial"/>
                <a:ea typeface="Arial"/>
                <a:cs typeface="Arial"/>
              </a:rPr>
              <a:t>Gambit_Yvaga</a:t>
            </a:r>
          </a:p>
        </p:txBody>
      </p:sp>
      <p:sp>
        <p:nvSpPr>
          <p:cNvPr id="8" name="Работающий сервис и открытый код">
            <a:extLst xmlns:a="http://schemas.openxmlformats.org/drawingml/2006/main">
              <a:ext uri="{FF2B5EF4-FFF2-40B4-BE49-F238E27FC236}">
                <a16:creationId xmlns:a16="http://schemas.microsoft.com/office/drawing/2014/main" id="{03146F27-D4DC-44C6-BB1A-FA985C1B3338}"/>
              </a:ext>
            </a:extLst>
          </p:cNvPr>
          <p:cNvSpPr>
            <a:spLocks xmlns:a="http://schemas.openxmlformats.org/drawingml/2006/main" noGrp="1"/>
          </p:cNvSpPr>
          <p:nvPr/>
        </p:nvSpPr>
        <p:spPr>
          <a:xfrm xmlns:a="http://schemas.openxmlformats.org/drawingml/2006/main">
            <a:off x="609600" y="6000750"/>
            <a:ext cx="952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650" b="0">
                <a:solidFill>
                  <a:srgbClr val="FFFFFF"/>
                </a:solidFill>
                <a:latin typeface="Arial"/>
                <a:ea typeface="Arial"/>
                <a:cs typeface="Arial"/>
              </a:defRPr>
            </a:defPPr>
            <a:lvl1pPr algn="l">
              <a:defRPr sz="1650" b="0">
                <a:solidFill>
                  <a:srgbClr val="FFFFFF"/>
                </a:solidFill>
                <a:latin typeface="Arial"/>
                <a:ea typeface="Arial"/>
                <a:cs typeface="Arial"/>
              </a:defRPr>
            </a:lvl1pPr>
            <a:lvl2pPr algn="l">
              <a:defRPr sz="1650" b="0">
                <a:solidFill>
                  <a:srgbClr val="FFFFFF"/>
                </a:solidFill>
                <a:latin typeface="Arial"/>
                <a:ea typeface="Arial"/>
                <a:cs typeface="Arial"/>
              </a:defRPr>
            </a:lvl2pPr>
            <a:lvl3pPr algn="l">
              <a:defRPr sz="1650" b="0">
                <a:solidFill>
                  <a:srgbClr val="FFFFFF"/>
                </a:solidFill>
                <a:latin typeface="Arial"/>
                <a:ea typeface="Arial"/>
                <a:cs typeface="Arial"/>
              </a:defRPr>
            </a:lvl3pPr>
            <a:lvl4pPr algn="l">
              <a:defRPr sz="1650" b="0">
                <a:solidFill>
                  <a:srgbClr val="FFFFFF"/>
                </a:solidFill>
                <a:latin typeface="Arial"/>
                <a:ea typeface="Arial"/>
                <a:cs typeface="Arial"/>
              </a:defRPr>
            </a:lvl4pPr>
            <a:lvl5pPr algn="l">
              <a:defRPr sz="1650" b="0">
                <a:solidFill>
                  <a:srgbClr val="FFFFFF"/>
                </a:solidFill>
                <a:latin typeface="Arial"/>
                <a:ea typeface="Arial"/>
                <a:cs typeface="Arial"/>
              </a:defRPr>
            </a:lvl5pPr>
            <a:lvl6pPr algn="l">
              <a:defRPr sz="1650" b="0">
                <a:solidFill>
                  <a:srgbClr val="FFFFFF"/>
                </a:solidFill>
                <a:latin typeface="Arial"/>
                <a:ea typeface="Arial"/>
                <a:cs typeface="Arial"/>
              </a:defRPr>
            </a:lvl6pPr>
            <a:lvl7pPr algn="l">
              <a:defRPr sz="1650" b="0">
                <a:solidFill>
                  <a:srgbClr val="FFFFFF"/>
                </a:solidFill>
                <a:latin typeface="Arial"/>
                <a:ea typeface="Arial"/>
                <a:cs typeface="Arial"/>
              </a:defRPr>
            </a:lvl7pPr>
            <a:lvl8pPr algn="l">
              <a:defRPr sz="1650" b="0">
                <a:solidFill>
                  <a:srgbClr val="FFFFFF"/>
                </a:solidFill>
                <a:latin typeface="Arial"/>
                <a:ea typeface="Arial"/>
                <a:cs typeface="Arial"/>
              </a:defRPr>
            </a:lvl8pPr>
            <a:lvl9pPr algn="l">
              <a:defRPr sz="1650" b="0">
                <a:solidFill>
                  <a:srgbClr val="FFFFFF"/>
                </a:solidFill>
                <a:latin typeface="Arial"/>
                <a:ea typeface="Arial"/>
                <a:cs typeface="Arial"/>
              </a:defRPr>
            </a:lvl9pPr>
          </a:lstStyle>
          <a:p xmlns:a="http://schemas.openxmlformats.org/drawingml/2006/main">
            <a:pPr algn="l">
              <a:defRPr sz="1650" b="0">
                <a:solidFill>
                  <a:srgbClr val="FFFFFF"/>
                </a:solidFill>
              </a:defRPr>
            </a:pPr>
            <a:r>
              <a:rPr sz="1650" b="0">
                <a:solidFill>
                  <a:srgbClr val="FFFFFF"/>
                </a:solidFill>
                <a:latin typeface="Arial"/>
                <a:ea typeface="Arial"/>
                <a:cs typeface="Arial"/>
              </a:rPr>
              <a:t>Работающий сервис и открытый код</a:t>
            </a:r>
          </a:p>
        </p:txBody>
      </p:sp>
    </p:spTree>
    <p:extLst>
      <p:ext uri="{BB962C8B-B14F-4D97-AF65-F5344CB8AC3E}">
        <p14:creationId xmlns:p14="http://schemas.microsoft.com/office/powerpoint/2010/main" val="202751107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АЛЬФА ХАК 2026">
            <a:extLst xmlns:a="http://schemas.openxmlformats.org/drawingml/2006/main">
              <a:ext uri="{FF2B5EF4-FFF2-40B4-BE49-F238E27FC236}">
                <a16:creationId xmlns:a16="http://schemas.microsoft.com/office/drawing/2014/main" id="{E9FDE1CF-F7D8-4775-ADCA-D9898462B38C}"/>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52B22"/>
                </a:solidFill>
                <a:latin typeface="Arial"/>
                <a:ea typeface="Arial"/>
                <a:cs typeface="Arial"/>
              </a:defRPr>
            </a:defPPr>
            <a:lvl1pPr algn="l">
              <a:defRPr sz="975" b="1">
                <a:solidFill>
                  <a:srgbClr val="F52B22"/>
                </a:solidFill>
                <a:latin typeface="Arial"/>
                <a:ea typeface="Arial"/>
                <a:cs typeface="Arial"/>
              </a:defRPr>
            </a:lvl1pPr>
            <a:lvl2pPr algn="l">
              <a:defRPr sz="975" b="1">
                <a:solidFill>
                  <a:srgbClr val="F52B22"/>
                </a:solidFill>
                <a:latin typeface="Arial"/>
                <a:ea typeface="Arial"/>
                <a:cs typeface="Arial"/>
              </a:defRPr>
            </a:lvl2pPr>
            <a:lvl3pPr algn="l">
              <a:defRPr sz="975" b="1">
                <a:solidFill>
                  <a:srgbClr val="F52B22"/>
                </a:solidFill>
                <a:latin typeface="Arial"/>
                <a:ea typeface="Arial"/>
                <a:cs typeface="Arial"/>
              </a:defRPr>
            </a:lvl3pPr>
            <a:lvl4pPr algn="l">
              <a:defRPr sz="975" b="1">
                <a:solidFill>
                  <a:srgbClr val="F52B22"/>
                </a:solidFill>
                <a:latin typeface="Arial"/>
                <a:ea typeface="Arial"/>
                <a:cs typeface="Arial"/>
              </a:defRPr>
            </a:lvl4pPr>
            <a:lvl5pPr algn="l">
              <a:defRPr sz="975" b="1">
                <a:solidFill>
                  <a:srgbClr val="F52B22"/>
                </a:solidFill>
                <a:latin typeface="Arial"/>
                <a:ea typeface="Arial"/>
                <a:cs typeface="Arial"/>
              </a:defRPr>
            </a:lvl5pPr>
            <a:lvl6pPr algn="l">
              <a:defRPr sz="975" b="1">
                <a:solidFill>
                  <a:srgbClr val="F52B22"/>
                </a:solidFill>
                <a:latin typeface="Arial"/>
                <a:ea typeface="Arial"/>
                <a:cs typeface="Arial"/>
              </a:defRPr>
            </a:lvl6pPr>
            <a:lvl7pPr algn="l">
              <a:defRPr sz="975" b="1">
                <a:solidFill>
                  <a:srgbClr val="F52B22"/>
                </a:solidFill>
                <a:latin typeface="Arial"/>
                <a:ea typeface="Arial"/>
                <a:cs typeface="Arial"/>
              </a:defRPr>
            </a:lvl7pPr>
            <a:lvl8pPr algn="l">
              <a:defRPr sz="975" b="1">
                <a:solidFill>
                  <a:srgbClr val="F52B22"/>
                </a:solidFill>
                <a:latin typeface="Arial"/>
                <a:ea typeface="Arial"/>
                <a:cs typeface="Arial"/>
              </a:defRPr>
            </a:lvl8pPr>
            <a:lvl9pPr algn="l">
              <a:defRPr sz="975" b="1">
                <a:solidFill>
                  <a:srgbClr val="F52B22"/>
                </a:solidFill>
                <a:latin typeface="Arial"/>
                <a:ea typeface="Arial"/>
                <a:cs typeface="Arial"/>
              </a:defRPr>
            </a:lvl9pPr>
          </a:lstStyle>
          <a:p xmlns:a="http://schemas.openxmlformats.org/drawingml/2006/main">
            <a:pPr algn="l">
              <a:defRPr sz="975" b="1">
                <a:solidFill>
                  <a:srgbClr val="F52B22"/>
                </a:solidFill>
              </a:defRPr>
            </a:pPr>
            <a:r>
              <a:rPr sz="975" b="1">
                <a:solidFill>
                  <a:srgbClr val="F52B22"/>
                </a:solidFill>
                <a:latin typeface="Arial"/>
                <a:ea typeface="Arial"/>
                <a:cs typeface="Arial"/>
              </a:rPr>
              <a:t>АЛЬФА ХАК 2026</a:t>
            </a:r>
          </a:p>
        </p:txBody>
      </p:sp>
      <p:sp>
        <p:nvSpPr>
          <p:cNvPr id="3" name="Кредитная заявка требует общего контекста">
            <a:extLst xmlns:a="http://schemas.openxmlformats.org/drawingml/2006/main">
              <a:ext uri="{FF2B5EF4-FFF2-40B4-BE49-F238E27FC236}">
                <a16:creationId xmlns:a16="http://schemas.microsoft.com/office/drawing/2014/main" id="{16090AC4-E542-4FAA-B76A-F2CC992D5987}"/>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171717"/>
                </a:solidFill>
                <a:latin typeface="Arial"/>
                <a:ea typeface="Arial"/>
                <a:cs typeface="Arial"/>
              </a:defRPr>
            </a:defPPr>
            <a:lvl1pPr algn="l">
              <a:defRPr sz="3675" b="1">
                <a:solidFill>
                  <a:srgbClr val="171717"/>
                </a:solidFill>
                <a:latin typeface="Arial"/>
                <a:ea typeface="Arial"/>
                <a:cs typeface="Arial"/>
              </a:defRPr>
            </a:lvl1pPr>
            <a:lvl2pPr algn="l">
              <a:defRPr sz="3675" b="1">
                <a:solidFill>
                  <a:srgbClr val="171717"/>
                </a:solidFill>
                <a:latin typeface="Arial"/>
                <a:ea typeface="Arial"/>
                <a:cs typeface="Arial"/>
              </a:defRPr>
            </a:lvl2pPr>
            <a:lvl3pPr algn="l">
              <a:defRPr sz="3675" b="1">
                <a:solidFill>
                  <a:srgbClr val="171717"/>
                </a:solidFill>
                <a:latin typeface="Arial"/>
                <a:ea typeface="Arial"/>
                <a:cs typeface="Arial"/>
              </a:defRPr>
            </a:lvl3pPr>
            <a:lvl4pPr algn="l">
              <a:defRPr sz="3675" b="1">
                <a:solidFill>
                  <a:srgbClr val="171717"/>
                </a:solidFill>
                <a:latin typeface="Arial"/>
                <a:ea typeface="Arial"/>
                <a:cs typeface="Arial"/>
              </a:defRPr>
            </a:lvl4pPr>
            <a:lvl5pPr algn="l">
              <a:defRPr sz="3675" b="1">
                <a:solidFill>
                  <a:srgbClr val="171717"/>
                </a:solidFill>
                <a:latin typeface="Arial"/>
                <a:ea typeface="Arial"/>
                <a:cs typeface="Arial"/>
              </a:defRPr>
            </a:lvl5pPr>
            <a:lvl6pPr algn="l">
              <a:defRPr sz="3675" b="1">
                <a:solidFill>
                  <a:srgbClr val="171717"/>
                </a:solidFill>
                <a:latin typeface="Arial"/>
                <a:ea typeface="Arial"/>
                <a:cs typeface="Arial"/>
              </a:defRPr>
            </a:lvl6pPr>
            <a:lvl7pPr algn="l">
              <a:defRPr sz="3675" b="1">
                <a:solidFill>
                  <a:srgbClr val="171717"/>
                </a:solidFill>
                <a:latin typeface="Arial"/>
                <a:ea typeface="Arial"/>
                <a:cs typeface="Arial"/>
              </a:defRPr>
            </a:lvl7pPr>
            <a:lvl8pPr algn="l">
              <a:defRPr sz="3675" b="1">
                <a:solidFill>
                  <a:srgbClr val="171717"/>
                </a:solidFill>
                <a:latin typeface="Arial"/>
                <a:ea typeface="Arial"/>
                <a:cs typeface="Arial"/>
              </a:defRPr>
            </a:lvl8pPr>
            <a:lvl9pPr algn="l">
              <a:defRPr sz="3675" b="1">
                <a:solidFill>
                  <a:srgbClr val="171717"/>
                </a:solidFill>
                <a:latin typeface="Arial"/>
                <a:ea typeface="Arial"/>
                <a:cs typeface="Arial"/>
              </a:defRPr>
            </a:lvl9pPr>
          </a:lstStyle>
          <a:p xmlns:a="http://schemas.openxmlformats.org/drawingml/2006/main">
            <a:pPr algn="l">
              <a:defRPr sz="3675" b="1">
                <a:solidFill>
                  <a:srgbClr val="171717"/>
                </a:solidFill>
              </a:defRPr>
            </a:pPr>
            <a:r>
              <a:rPr sz="3675" b="1">
                <a:solidFill>
                  <a:srgbClr val="171717"/>
                </a:solidFill>
                <a:latin typeface="Arial"/>
                <a:ea typeface="Arial"/>
                <a:cs typeface="Arial"/>
              </a:rPr>
              <a:t>Кредитная заявка требует общего контекста</a:t>
            </a:r>
          </a:p>
        </p:txBody>
      </p:sp>
      <p:sp>
        <p:nvSpPr>
          <p:cNvPr id="4" name="Поток / Gambit_Yvaga">
            <a:extLst xmlns:a="http://schemas.openxmlformats.org/drawingml/2006/main">
              <a:ext uri="{FF2B5EF4-FFF2-40B4-BE49-F238E27FC236}">
                <a16:creationId xmlns:a16="http://schemas.microsoft.com/office/drawing/2014/main" id="{F2520F58-C0A5-4606-A17E-1CCFB770C666}"/>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626262"/>
                </a:solidFill>
                <a:latin typeface="Arial"/>
                <a:ea typeface="Arial"/>
                <a:cs typeface="Arial"/>
              </a:defRPr>
            </a:defPPr>
            <a:lvl1pPr algn="l">
              <a:defRPr sz="1125" b="0">
                <a:solidFill>
                  <a:srgbClr val="626262"/>
                </a:solidFill>
                <a:latin typeface="Arial"/>
                <a:ea typeface="Arial"/>
                <a:cs typeface="Arial"/>
              </a:defRPr>
            </a:lvl1pPr>
            <a:lvl2pPr algn="l">
              <a:defRPr sz="1125" b="0">
                <a:solidFill>
                  <a:srgbClr val="626262"/>
                </a:solidFill>
                <a:latin typeface="Arial"/>
                <a:ea typeface="Arial"/>
                <a:cs typeface="Arial"/>
              </a:defRPr>
            </a:lvl2pPr>
            <a:lvl3pPr algn="l">
              <a:defRPr sz="1125" b="0">
                <a:solidFill>
                  <a:srgbClr val="626262"/>
                </a:solidFill>
                <a:latin typeface="Arial"/>
                <a:ea typeface="Arial"/>
                <a:cs typeface="Arial"/>
              </a:defRPr>
            </a:lvl3pPr>
            <a:lvl4pPr algn="l">
              <a:defRPr sz="1125" b="0">
                <a:solidFill>
                  <a:srgbClr val="626262"/>
                </a:solidFill>
                <a:latin typeface="Arial"/>
                <a:ea typeface="Arial"/>
                <a:cs typeface="Arial"/>
              </a:defRPr>
            </a:lvl4pPr>
            <a:lvl5pPr algn="l">
              <a:defRPr sz="1125" b="0">
                <a:solidFill>
                  <a:srgbClr val="626262"/>
                </a:solidFill>
                <a:latin typeface="Arial"/>
                <a:ea typeface="Arial"/>
                <a:cs typeface="Arial"/>
              </a:defRPr>
            </a:lvl5pPr>
            <a:lvl6pPr algn="l">
              <a:defRPr sz="1125" b="0">
                <a:solidFill>
                  <a:srgbClr val="626262"/>
                </a:solidFill>
                <a:latin typeface="Arial"/>
                <a:ea typeface="Arial"/>
                <a:cs typeface="Arial"/>
              </a:defRPr>
            </a:lvl6pPr>
            <a:lvl7pPr algn="l">
              <a:defRPr sz="1125" b="0">
                <a:solidFill>
                  <a:srgbClr val="626262"/>
                </a:solidFill>
                <a:latin typeface="Arial"/>
                <a:ea typeface="Arial"/>
                <a:cs typeface="Arial"/>
              </a:defRPr>
            </a:lvl7pPr>
            <a:lvl8pPr algn="l">
              <a:defRPr sz="1125" b="0">
                <a:solidFill>
                  <a:srgbClr val="626262"/>
                </a:solidFill>
                <a:latin typeface="Arial"/>
                <a:ea typeface="Arial"/>
                <a:cs typeface="Arial"/>
              </a:defRPr>
            </a:lvl8pPr>
            <a:lvl9pPr algn="l">
              <a:defRPr sz="1125" b="0">
                <a:solidFill>
                  <a:srgbClr val="626262"/>
                </a:solidFill>
                <a:latin typeface="Arial"/>
                <a:ea typeface="Arial"/>
                <a:cs typeface="Arial"/>
              </a:defRPr>
            </a:lvl9pPr>
          </a:lstStyle>
          <a:p xmlns:a="http://schemas.openxmlformats.org/drawingml/2006/main">
            <a:pPr algn="l">
              <a:defRPr sz="1125" b="0">
                <a:solidFill>
                  <a:srgbClr val="626262"/>
                </a:solidFill>
              </a:defRPr>
            </a:pPr>
            <a:r>
              <a:rPr sz="1125" b="0">
                <a:solidFill>
                  <a:srgbClr val="626262"/>
                </a:solidFill>
                <a:latin typeface="Arial"/>
                <a:ea typeface="Arial"/>
                <a:cs typeface="Arial"/>
              </a:rPr>
              <a:t>Поток / Gambit_Yvaga</a:t>
            </a:r>
          </a:p>
        </p:txBody>
      </p:sp>
      <p:sp>
        <p:nvSpPr>
          <p:cNvPr id="5" name="02">
            <a:extLst xmlns:a="http://schemas.openxmlformats.org/drawingml/2006/main">
              <a:ext uri="{FF2B5EF4-FFF2-40B4-BE49-F238E27FC236}">
                <a16:creationId xmlns:a16="http://schemas.microsoft.com/office/drawing/2014/main" id="{D3C1AE7F-7331-4EC9-A6B6-D7456A013010}"/>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626262"/>
                </a:solidFill>
                <a:latin typeface="Arial"/>
                <a:ea typeface="Arial"/>
                <a:cs typeface="Arial"/>
              </a:defRPr>
            </a:defPPr>
            <a:lvl1pPr algn="r">
              <a:defRPr sz="1125" b="0">
                <a:solidFill>
                  <a:srgbClr val="626262"/>
                </a:solidFill>
                <a:latin typeface="Arial"/>
                <a:ea typeface="Arial"/>
                <a:cs typeface="Arial"/>
              </a:defRPr>
            </a:lvl1pPr>
            <a:lvl2pPr algn="r">
              <a:defRPr sz="1125" b="0">
                <a:solidFill>
                  <a:srgbClr val="626262"/>
                </a:solidFill>
                <a:latin typeface="Arial"/>
                <a:ea typeface="Arial"/>
                <a:cs typeface="Arial"/>
              </a:defRPr>
            </a:lvl2pPr>
            <a:lvl3pPr algn="r">
              <a:defRPr sz="1125" b="0">
                <a:solidFill>
                  <a:srgbClr val="626262"/>
                </a:solidFill>
                <a:latin typeface="Arial"/>
                <a:ea typeface="Arial"/>
                <a:cs typeface="Arial"/>
              </a:defRPr>
            </a:lvl3pPr>
            <a:lvl4pPr algn="r">
              <a:defRPr sz="1125" b="0">
                <a:solidFill>
                  <a:srgbClr val="626262"/>
                </a:solidFill>
                <a:latin typeface="Arial"/>
                <a:ea typeface="Arial"/>
                <a:cs typeface="Arial"/>
              </a:defRPr>
            </a:lvl4pPr>
            <a:lvl5pPr algn="r">
              <a:defRPr sz="1125" b="0">
                <a:solidFill>
                  <a:srgbClr val="626262"/>
                </a:solidFill>
                <a:latin typeface="Arial"/>
                <a:ea typeface="Arial"/>
                <a:cs typeface="Arial"/>
              </a:defRPr>
            </a:lvl5pPr>
            <a:lvl6pPr algn="r">
              <a:defRPr sz="1125" b="0">
                <a:solidFill>
                  <a:srgbClr val="626262"/>
                </a:solidFill>
                <a:latin typeface="Arial"/>
                <a:ea typeface="Arial"/>
                <a:cs typeface="Arial"/>
              </a:defRPr>
            </a:lvl6pPr>
            <a:lvl7pPr algn="r">
              <a:defRPr sz="1125" b="0">
                <a:solidFill>
                  <a:srgbClr val="626262"/>
                </a:solidFill>
                <a:latin typeface="Arial"/>
                <a:ea typeface="Arial"/>
                <a:cs typeface="Arial"/>
              </a:defRPr>
            </a:lvl7pPr>
            <a:lvl8pPr algn="r">
              <a:defRPr sz="1125" b="0">
                <a:solidFill>
                  <a:srgbClr val="626262"/>
                </a:solidFill>
                <a:latin typeface="Arial"/>
                <a:ea typeface="Arial"/>
                <a:cs typeface="Arial"/>
              </a:defRPr>
            </a:lvl8pPr>
            <a:lvl9pPr algn="r">
              <a:defRPr sz="1125" b="0">
                <a:solidFill>
                  <a:srgbClr val="626262"/>
                </a:solidFill>
                <a:latin typeface="Arial"/>
                <a:ea typeface="Arial"/>
                <a:cs typeface="Arial"/>
              </a:defRPr>
            </a:lvl9pPr>
          </a:lstStyle>
          <a:p xmlns:a="http://schemas.openxmlformats.org/drawingml/2006/main">
            <a:pPr algn="r">
              <a:defRPr sz="1125" b="0">
                <a:solidFill>
                  <a:srgbClr val="626262"/>
                </a:solidFill>
              </a:defRPr>
            </a:pPr>
            <a:r>
              <a:rPr sz="1125" b="0">
                <a:solidFill>
                  <a:srgbClr val="626262"/>
                </a:solidFill>
                <a:latin typeface="Arial"/>
                <a:ea typeface="Arial"/>
                <a:cs typeface="Arial"/>
              </a:rPr>
              <a:t>02</a:t>
            </a:r>
          </a:p>
        </p:txBody>
      </p:sp>
      <p:sp>
        <p:nvSpPr>
          <p:cNvPr id="6" name="Предприниматель">
            <a:extLst xmlns:a="http://schemas.openxmlformats.org/drawingml/2006/main">
              <a:ext uri="{FF2B5EF4-FFF2-40B4-BE49-F238E27FC236}">
                <a16:creationId xmlns:a16="http://schemas.microsoft.com/office/drawing/2014/main" id="{4473228F-357E-43E9-B989-03F3C8F0410B}"/>
              </a:ext>
            </a:extLst>
          </p:cNvPr>
          <p:cNvSpPr>
            <a:spLocks xmlns:a="http://schemas.openxmlformats.org/drawingml/2006/main" noGrp="1"/>
          </p:cNvSpPr>
          <p:nvPr/>
        </p:nvSpPr>
        <p:spPr>
          <a:xfrm xmlns:a="http://schemas.openxmlformats.org/drawingml/2006/main">
            <a:off x="609600" y="1790700"/>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550" b="1">
                <a:solidFill>
                  <a:srgbClr val="F52B22"/>
                </a:solidFill>
                <a:latin typeface="Arial"/>
                <a:ea typeface="Arial"/>
                <a:cs typeface="Arial"/>
              </a:defRPr>
            </a:defPPr>
            <a:lvl1pPr algn="l">
              <a:defRPr sz="2550" b="1">
                <a:solidFill>
                  <a:srgbClr val="F52B22"/>
                </a:solidFill>
                <a:latin typeface="Arial"/>
                <a:ea typeface="Arial"/>
                <a:cs typeface="Arial"/>
              </a:defRPr>
            </a:lvl1pPr>
            <a:lvl2pPr algn="l">
              <a:defRPr sz="2550" b="1">
                <a:solidFill>
                  <a:srgbClr val="F52B22"/>
                </a:solidFill>
                <a:latin typeface="Arial"/>
                <a:ea typeface="Arial"/>
                <a:cs typeface="Arial"/>
              </a:defRPr>
            </a:lvl2pPr>
            <a:lvl3pPr algn="l">
              <a:defRPr sz="2550" b="1">
                <a:solidFill>
                  <a:srgbClr val="F52B22"/>
                </a:solidFill>
                <a:latin typeface="Arial"/>
                <a:ea typeface="Arial"/>
                <a:cs typeface="Arial"/>
              </a:defRPr>
            </a:lvl3pPr>
            <a:lvl4pPr algn="l">
              <a:defRPr sz="2550" b="1">
                <a:solidFill>
                  <a:srgbClr val="F52B22"/>
                </a:solidFill>
                <a:latin typeface="Arial"/>
                <a:ea typeface="Arial"/>
                <a:cs typeface="Arial"/>
              </a:defRPr>
            </a:lvl4pPr>
            <a:lvl5pPr algn="l">
              <a:defRPr sz="2550" b="1">
                <a:solidFill>
                  <a:srgbClr val="F52B22"/>
                </a:solidFill>
                <a:latin typeface="Arial"/>
                <a:ea typeface="Arial"/>
                <a:cs typeface="Arial"/>
              </a:defRPr>
            </a:lvl5pPr>
            <a:lvl6pPr algn="l">
              <a:defRPr sz="2550" b="1">
                <a:solidFill>
                  <a:srgbClr val="F52B22"/>
                </a:solidFill>
                <a:latin typeface="Arial"/>
                <a:ea typeface="Arial"/>
                <a:cs typeface="Arial"/>
              </a:defRPr>
            </a:lvl6pPr>
            <a:lvl7pPr algn="l">
              <a:defRPr sz="2550" b="1">
                <a:solidFill>
                  <a:srgbClr val="F52B22"/>
                </a:solidFill>
                <a:latin typeface="Arial"/>
                <a:ea typeface="Arial"/>
                <a:cs typeface="Arial"/>
              </a:defRPr>
            </a:lvl7pPr>
            <a:lvl8pPr algn="l">
              <a:defRPr sz="2550" b="1">
                <a:solidFill>
                  <a:srgbClr val="F52B22"/>
                </a:solidFill>
                <a:latin typeface="Arial"/>
                <a:ea typeface="Arial"/>
                <a:cs typeface="Arial"/>
              </a:defRPr>
            </a:lvl8pPr>
            <a:lvl9pPr algn="l">
              <a:defRPr sz="2550" b="1">
                <a:solidFill>
                  <a:srgbClr val="F52B22"/>
                </a:solidFill>
                <a:latin typeface="Arial"/>
                <a:ea typeface="Arial"/>
                <a:cs typeface="Arial"/>
              </a:defRPr>
            </a:lvl9pPr>
          </a:lstStyle>
          <a:p xmlns:a="http://schemas.openxmlformats.org/drawingml/2006/main">
            <a:pPr algn="l">
              <a:defRPr sz="2550" b="1">
                <a:solidFill>
                  <a:srgbClr val="F52B22"/>
                </a:solidFill>
              </a:defRPr>
            </a:pPr>
            <a:r>
              <a:rPr sz="2550" b="1">
                <a:solidFill>
                  <a:srgbClr val="F52B22"/>
                </a:solidFill>
                <a:latin typeface="Arial"/>
                <a:ea typeface="Arial"/>
                <a:cs typeface="Arial"/>
              </a:rPr>
              <a:t>Предприниматель</a:t>
            </a:r>
          </a:p>
        </p:txBody>
      </p:sp>
      <p:sp>
        <p:nvSpPr>
          <p:cNvPr id="7" name="Как выбрать продукт?">
            <a:extLst xmlns:a="http://schemas.openxmlformats.org/drawingml/2006/main">
              <a:ext uri="{FF2B5EF4-FFF2-40B4-BE49-F238E27FC236}">
                <a16:creationId xmlns:a16="http://schemas.microsoft.com/office/drawing/2014/main" id="{53E5B86E-687D-4EFC-A67B-2D32AE4B4596}"/>
              </a:ext>
            </a:extLst>
          </p:cNvPr>
          <p:cNvSpPr>
            <a:spLocks xmlns:a="http://schemas.openxmlformats.org/drawingml/2006/main" noGrp="1"/>
          </p:cNvSpPr>
          <p:nvPr/>
        </p:nvSpPr>
        <p:spPr>
          <a:xfrm xmlns:a="http://schemas.openxmlformats.org/drawingml/2006/main">
            <a:off x="609600" y="2590800"/>
            <a:ext cx="50482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400" b="0">
                <a:solidFill>
                  <a:srgbClr val="171717"/>
                </a:solidFill>
                <a:latin typeface="Arial"/>
                <a:ea typeface="Arial"/>
                <a:cs typeface="Arial"/>
              </a:defRPr>
            </a:defPPr>
            <a:lvl1pPr algn="l">
              <a:defRPr sz="2400" b="0">
                <a:solidFill>
                  <a:srgbClr val="171717"/>
                </a:solidFill>
                <a:latin typeface="Arial"/>
                <a:ea typeface="Arial"/>
                <a:cs typeface="Arial"/>
              </a:defRPr>
            </a:lvl1pPr>
            <a:lvl2pPr algn="l">
              <a:defRPr sz="2400" b="0">
                <a:solidFill>
                  <a:srgbClr val="171717"/>
                </a:solidFill>
                <a:latin typeface="Arial"/>
                <a:ea typeface="Arial"/>
                <a:cs typeface="Arial"/>
              </a:defRPr>
            </a:lvl2pPr>
            <a:lvl3pPr algn="l">
              <a:defRPr sz="2400" b="0">
                <a:solidFill>
                  <a:srgbClr val="171717"/>
                </a:solidFill>
                <a:latin typeface="Arial"/>
                <a:ea typeface="Arial"/>
                <a:cs typeface="Arial"/>
              </a:defRPr>
            </a:lvl3pPr>
            <a:lvl4pPr algn="l">
              <a:defRPr sz="2400" b="0">
                <a:solidFill>
                  <a:srgbClr val="171717"/>
                </a:solidFill>
                <a:latin typeface="Arial"/>
                <a:ea typeface="Arial"/>
                <a:cs typeface="Arial"/>
              </a:defRPr>
            </a:lvl4pPr>
            <a:lvl5pPr algn="l">
              <a:defRPr sz="2400" b="0">
                <a:solidFill>
                  <a:srgbClr val="171717"/>
                </a:solidFill>
                <a:latin typeface="Arial"/>
                <a:ea typeface="Arial"/>
                <a:cs typeface="Arial"/>
              </a:defRPr>
            </a:lvl5pPr>
            <a:lvl6pPr algn="l">
              <a:defRPr sz="2400" b="0">
                <a:solidFill>
                  <a:srgbClr val="171717"/>
                </a:solidFill>
                <a:latin typeface="Arial"/>
                <a:ea typeface="Arial"/>
                <a:cs typeface="Arial"/>
              </a:defRPr>
            </a:lvl6pPr>
            <a:lvl7pPr algn="l">
              <a:defRPr sz="2400" b="0">
                <a:solidFill>
                  <a:srgbClr val="171717"/>
                </a:solidFill>
                <a:latin typeface="Arial"/>
                <a:ea typeface="Arial"/>
                <a:cs typeface="Arial"/>
              </a:defRPr>
            </a:lvl7pPr>
            <a:lvl8pPr algn="l">
              <a:defRPr sz="2400" b="0">
                <a:solidFill>
                  <a:srgbClr val="171717"/>
                </a:solidFill>
                <a:latin typeface="Arial"/>
                <a:ea typeface="Arial"/>
                <a:cs typeface="Arial"/>
              </a:defRPr>
            </a:lvl8pPr>
            <a:lvl9pPr algn="l">
              <a:defRPr sz="2400" b="0">
                <a:solidFill>
                  <a:srgbClr val="171717"/>
                </a:solidFill>
                <a:latin typeface="Arial"/>
                <a:ea typeface="Arial"/>
                <a:cs typeface="Arial"/>
              </a:defRPr>
            </a:lvl9pPr>
          </a:lstStyle>
          <a:p xmlns:a="http://schemas.openxmlformats.org/drawingml/2006/main">
            <a:pPr algn="l">
              <a:defRPr sz="2400" b="0">
                <a:solidFill>
                  <a:srgbClr val="171717"/>
                </a:solidFill>
              </a:defRPr>
            </a:pPr>
            <a:r>
              <a:rPr sz="2400" b="0">
                <a:solidFill>
                  <a:srgbClr val="171717"/>
                </a:solidFill>
                <a:latin typeface="Arial"/>
                <a:ea typeface="Arial"/>
                <a:cs typeface="Arial"/>
              </a:rPr>
              <a:t>Как выбрать продукт?</a:t>
            </a:r>
          </a:p>
          <a:p xmlns:a="http://schemas.openxmlformats.org/drawingml/2006/main">
            <a:pPr algn="l">
              <a:defRPr sz="2400" b="0">
                <a:solidFill>
                  <a:srgbClr val="171717"/>
                </a:solidFill>
              </a:defRPr>
            </a:pPr>
            <a:r>
              <a:rPr sz="2400" b="0">
                <a:solidFill>
                  <a:srgbClr val="171717"/>
                </a:solidFill>
                <a:latin typeface="Arial"/>
                <a:ea typeface="Arial"/>
                <a:cs typeface="Arial"/>
              </a:rPr>
              <a:t>Какие данные подготовить?</a:t>
            </a:r>
          </a:p>
          <a:p xmlns:a="http://schemas.openxmlformats.org/drawingml/2006/main">
            <a:pPr algn="l">
              <a:defRPr sz="2400" b="0">
                <a:solidFill>
                  <a:srgbClr val="171717"/>
                </a:solidFill>
              </a:defRPr>
            </a:pPr>
            <a:r>
              <a:rPr sz="2400" b="0">
                <a:solidFill>
                  <a:srgbClr val="171717"/>
                </a:solidFill>
                <a:latin typeface="Arial"/>
                <a:ea typeface="Arial"/>
                <a:cs typeface="Arial"/>
              </a:rPr>
              <a:t>Что делать после подачи?</a:t>
            </a:r>
          </a:p>
        </p:txBody>
      </p:sp>
      <p:sp>
        <p:nvSpPr>
          <p:cNvPr id="8" name="Банк">
            <a:extLst xmlns:a="http://schemas.openxmlformats.org/drawingml/2006/main">
              <a:ext uri="{FF2B5EF4-FFF2-40B4-BE49-F238E27FC236}">
                <a16:creationId xmlns:a16="http://schemas.microsoft.com/office/drawing/2014/main" id="{71DFED87-6F42-4B6C-8ECC-5DBDF603233A}"/>
              </a:ext>
            </a:extLst>
          </p:cNvPr>
          <p:cNvSpPr>
            <a:spLocks xmlns:a="http://schemas.openxmlformats.org/drawingml/2006/main" noGrp="1"/>
          </p:cNvSpPr>
          <p:nvPr/>
        </p:nvSpPr>
        <p:spPr>
          <a:xfrm xmlns:a="http://schemas.openxmlformats.org/drawingml/2006/main">
            <a:off x="6591300" y="179070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550" b="1">
                <a:solidFill>
                  <a:srgbClr val="F52B22"/>
                </a:solidFill>
                <a:latin typeface="Arial"/>
                <a:ea typeface="Arial"/>
                <a:cs typeface="Arial"/>
              </a:defRPr>
            </a:defPPr>
            <a:lvl1pPr algn="l">
              <a:defRPr sz="2550" b="1">
                <a:solidFill>
                  <a:srgbClr val="F52B22"/>
                </a:solidFill>
                <a:latin typeface="Arial"/>
                <a:ea typeface="Arial"/>
                <a:cs typeface="Arial"/>
              </a:defRPr>
            </a:lvl1pPr>
            <a:lvl2pPr algn="l">
              <a:defRPr sz="2550" b="1">
                <a:solidFill>
                  <a:srgbClr val="F52B22"/>
                </a:solidFill>
                <a:latin typeface="Arial"/>
                <a:ea typeface="Arial"/>
                <a:cs typeface="Arial"/>
              </a:defRPr>
            </a:lvl2pPr>
            <a:lvl3pPr algn="l">
              <a:defRPr sz="2550" b="1">
                <a:solidFill>
                  <a:srgbClr val="F52B22"/>
                </a:solidFill>
                <a:latin typeface="Arial"/>
                <a:ea typeface="Arial"/>
                <a:cs typeface="Arial"/>
              </a:defRPr>
            </a:lvl3pPr>
            <a:lvl4pPr algn="l">
              <a:defRPr sz="2550" b="1">
                <a:solidFill>
                  <a:srgbClr val="F52B22"/>
                </a:solidFill>
                <a:latin typeface="Arial"/>
                <a:ea typeface="Arial"/>
                <a:cs typeface="Arial"/>
              </a:defRPr>
            </a:lvl4pPr>
            <a:lvl5pPr algn="l">
              <a:defRPr sz="2550" b="1">
                <a:solidFill>
                  <a:srgbClr val="F52B22"/>
                </a:solidFill>
                <a:latin typeface="Arial"/>
                <a:ea typeface="Arial"/>
                <a:cs typeface="Arial"/>
              </a:defRPr>
            </a:lvl5pPr>
            <a:lvl6pPr algn="l">
              <a:defRPr sz="2550" b="1">
                <a:solidFill>
                  <a:srgbClr val="F52B22"/>
                </a:solidFill>
                <a:latin typeface="Arial"/>
                <a:ea typeface="Arial"/>
                <a:cs typeface="Arial"/>
              </a:defRPr>
            </a:lvl6pPr>
            <a:lvl7pPr algn="l">
              <a:defRPr sz="2550" b="1">
                <a:solidFill>
                  <a:srgbClr val="F52B22"/>
                </a:solidFill>
                <a:latin typeface="Arial"/>
                <a:ea typeface="Arial"/>
                <a:cs typeface="Arial"/>
              </a:defRPr>
            </a:lvl7pPr>
            <a:lvl8pPr algn="l">
              <a:defRPr sz="2550" b="1">
                <a:solidFill>
                  <a:srgbClr val="F52B22"/>
                </a:solidFill>
                <a:latin typeface="Arial"/>
                <a:ea typeface="Arial"/>
                <a:cs typeface="Arial"/>
              </a:defRPr>
            </a:lvl8pPr>
            <a:lvl9pPr algn="l">
              <a:defRPr sz="2550" b="1">
                <a:solidFill>
                  <a:srgbClr val="F52B22"/>
                </a:solidFill>
                <a:latin typeface="Arial"/>
                <a:ea typeface="Arial"/>
                <a:cs typeface="Arial"/>
              </a:defRPr>
            </a:lvl9pPr>
          </a:lstStyle>
          <a:p xmlns:a="http://schemas.openxmlformats.org/drawingml/2006/main">
            <a:pPr algn="l">
              <a:defRPr sz="2550" b="1">
                <a:solidFill>
                  <a:srgbClr val="F52B22"/>
                </a:solidFill>
              </a:defRPr>
            </a:pPr>
            <a:r>
              <a:rPr sz="2550" b="1">
                <a:solidFill>
                  <a:srgbClr val="F52B22"/>
                </a:solidFill>
                <a:latin typeface="Arial"/>
                <a:ea typeface="Arial"/>
                <a:cs typeface="Arial"/>
              </a:rPr>
              <a:t>Банк</a:t>
            </a:r>
          </a:p>
        </p:txBody>
      </p:sp>
      <p:sp>
        <p:nvSpPr>
          <p:cNvPr id="9" name="Собрать данные в одном деле">
            <a:extLst xmlns:a="http://schemas.openxmlformats.org/drawingml/2006/main">
              <a:ext uri="{FF2B5EF4-FFF2-40B4-BE49-F238E27FC236}">
                <a16:creationId xmlns:a16="http://schemas.microsoft.com/office/drawing/2014/main" id="{7AA78393-EF1F-4B2E-B72D-212BA8A654F3}"/>
              </a:ext>
            </a:extLst>
          </p:cNvPr>
          <p:cNvSpPr>
            <a:spLocks xmlns:a="http://schemas.openxmlformats.org/drawingml/2006/main" noGrp="1"/>
          </p:cNvSpPr>
          <p:nvPr/>
        </p:nvSpPr>
        <p:spPr>
          <a:xfrm xmlns:a="http://schemas.openxmlformats.org/drawingml/2006/main">
            <a:off x="6591300" y="2590800"/>
            <a:ext cx="4953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0">
                <a:solidFill>
                  <a:srgbClr val="171717"/>
                </a:solidFill>
                <a:latin typeface="Arial"/>
                <a:ea typeface="Arial"/>
                <a:cs typeface="Arial"/>
              </a:defRPr>
            </a:defPPr>
            <a:lvl1pPr algn="l">
              <a:defRPr sz="2250" b="0">
                <a:solidFill>
                  <a:srgbClr val="171717"/>
                </a:solidFill>
                <a:latin typeface="Arial"/>
                <a:ea typeface="Arial"/>
                <a:cs typeface="Arial"/>
              </a:defRPr>
            </a:lvl1pPr>
            <a:lvl2pPr algn="l">
              <a:defRPr sz="2250" b="0">
                <a:solidFill>
                  <a:srgbClr val="171717"/>
                </a:solidFill>
                <a:latin typeface="Arial"/>
                <a:ea typeface="Arial"/>
                <a:cs typeface="Arial"/>
              </a:defRPr>
            </a:lvl2pPr>
            <a:lvl3pPr algn="l">
              <a:defRPr sz="2250" b="0">
                <a:solidFill>
                  <a:srgbClr val="171717"/>
                </a:solidFill>
                <a:latin typeface="Arial"/>
                <a:ea typeface="Arial"/>
                <a:cs typeface="Arial"/>
              </a:defRPr>
            </a:lvl3pPr>
            <a:lvl4pPr algn="l">
              <a:defRPr sz="2250" b="0">
                <a:solidFill>
                  <a:srgbClr val="171717"/>
                </a:solidFill>
                <a:latin typeface="Arial"/>
                <a:ea typeface="Arial"/>
                <a:cs typeface="Arial"/>
              </a:defRPr>
            </a:lvl4pPr>
            <a:lvl5pPr algn="l">
              <a:defRPr sz="2250" b="0">
                <a:solidFill>
                  <a:srgbClr val="171717"/>
                </a:solidFill>
                <a:latin typeface="Arial"/>
                <a:ea typeface="Arial"/>
                <a:cs typeface="Arial"/>
              </a:defRPr>
            </a:lvl5pPr>
            <a:lvl6pPr algn="l">
              <a:defRPr sz="2250" b="0">
                <a:solidFill>
                  <a:srgbClr val="171717"/>
                </a:solidFill>
                <a:latin typeface="Arial"/>
                <a:ea typeface="Arial"/>
                <a:cs typeface="Arial"/>
              </a:defRPr>
            </a:lvl6pPr>
            <a:lvl7pPr algn="l">
              <a:defRPr sz="2250" b="0">
                <a:solidFill>
                  <a:srgbClr val="171717"/>
                </a:solidFill>
                <a:latin typeface="Arial"/>
                <a:ea typeface="Arial"/>
                <a:cs typeface="Arial"/>
              </a:defRPr>
            </a:lvl7pPr>
            <a:lvl8pPr algn="l">
              <a:defRPr sz="2250" b="0">
                <a:solidFill>
                  <a:srgbClr val="171717"/>
                </a:solidFill>
                <a:latin typeface="Arial"/>
                <a:ea typeface="Arial"/>
                <a:cs typeface="Arial"/>
              </a:defRPr>
            </a:lvl8pPr>
            <a:lvl9pPr algn="l">
              <a:defRPr sz="2250" b="0">
                <a:solidFill>
                  <a:srgbClr val="171717"/>
                </a:solidFill>
                <a:latin typeface="Arial"/>
                <a:ea typeface="Arial"/>
                <a:cs typeface="Arial"/>
              </a:defRPr>
            </a:lvl9pPr>
          </a:lstStyle>
          <a:p xmlns:a="http://schemas.openxmlformats.org/drawingml/2006/main">
            <a:pPr algn="l">
              <a:defRPr sz="2250" b="0">
                <a:solidFill>
                  <a:srgbClr val="171717"/>
                </a:solidFill>
              </a:defRPr>
            </a:pPr>
            <a:r>
              <a:rPr sz="2250" b="0">
                <a:solidFill>
                  <a:srgbClr val="171717"/>
                </a:solidFill>
                <a:latin typeface="Arial"/>
                <a:ea typeface="Arial"/>
                <a:cs typeface="Arial"/>
              </a:rPr>
              <a:t>Собрать данные в одном деле</a:t>
            </a:r>
          </a:p>
          <a:p xmlns:a="http://schemas.openxmlformats.org/drawingml/2006/main">
            <a:pPr algn="l">
              <a:defRPr sz="2250" b="0">
                <a:solidFill>
                  <a:srgbClr val="171717"/>
                </a:solidFill>
              </a:defRPr>
            </a:pPr>
            <a:r>
              <a:rPr sz="2250" b="0">
                <a:solidFill>
                  <a:srgbClr val="171717"/>
                </a:solidFill>
                <a:latin typeface="Arial"/>
                <a:ea typeface="Arial"/>
                <a:cs typeface="Arial"/>
              </a:rPr>
              <a:t>Согласовать проверки и правила</a:t>
            </a:r>
          </a:p>
          <a:p xmlns:a="http://schemas.openxmlformats.org/drawingml/2006/main">
            <a:pPr algn="l">
              <a:defRPr sz="2250" b="0">
                <a:solidFill>
                  <a:srgbClr val="171717"/>
                </a:solidFill>
              </a:defRPr>
            </a:pPr>
            <a:r>
              <a:rPr sz="2250" b="0">
                <a:solidFill>
                  <a:srgbClr val="171717"/>
                </a:solidFill>
                <a:latin typeface="Arial"/>
                <a:ea typeface="Arial"/>
                <a:cs typeface="Arial"/>
              </a:rPr>
              <a:t>Объяснить следующий шаг</a:t>
            </a:r>
          </a:p>
        </p:txBody>
      </p:sp>
      <p:sp>
        <p:nvSpPr>
          <p:cNvPr id="10" name="Продуктовая гипотеза: единый кабинет уменьшает разрывы между эта">
            <a:extLst xmlns:a="http://schemas.openxmlformats.org/drawingml/2006/main">
              <a:ext uri="{FF2B5EF4-FFF2-40B4-BE49-F238E27FC236}">
                <a16:creationId xmlns:a16="http://schemas.microsoft.com/office/drawing/2014/main" id="{BE050D50-5F5E-4E01-BCFA-BFCF1D66D67A}"/>
              </a:ext>
            </a:extLst>
          </p:cNvPr>
          <p:cNvSpPr>
            <a:spLocks xmlns:a="http://schemas.openxmlformats.org/drawingml/2006/main" noGrp="1"/>
          </p:cNvSpPr>
          <p:nvPr/>
        </p:nvSpPr>
        <p:spPr>
          <a:xfrm xmlns:a="http://schemas.openxmlformats.org/drawingml/2006/main">
            <a:off x="609600" y="54292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950" b="0">
                <a:solidFill>
                  <a:srgbClr val="626262"/>
                </a:solidFill>
                <a:latin typeface="Arial"/>
                <a:ea typeface="Arial"/>
                <a:cs typeface="Arial"/>
              </a:defRPr>
            </a:defPPr>
            <a:lvl1pPr algn="l">
              <a:defRPr sz="1950" b="0">
                <a:solidFill>
                  <a:srgbClr val="626262"/>
                </a:solidFill>
                <a:latin typeface="Arial"/>
                <a:ea typeface="Arial"/>
                <a:cs typeface="Arial"/>
              </a:defRPr>
            </a:lvl1pPr>
            <a:lvl2pPr algn="l">
              <a:defRPr sz="1950" b="0">
                <a:solidFill>
                  <a:srgbClr val="626262"/>
                </a:solidFill>
                <a:latin typeface="Arial"/>
                <a:ea typeface="Arial"/>
                <a:cs typeface="Arial"/>
              </a:defRPr>
            </a:lvl2pPr>
            <a:lvl3pPr algn="l">
              <a:defRPr sz="1950" b="0">
                <a:solidFill>
                  <a:srgbClr val="626262"/>
                </a:solidFill>
                <a:latin typeface="Arial"/>
                <a:ea typeface="Arial"/>
                <a:cs typeface="Arial"/>
              </a:defRPr>
            </a:lvl3pPr>
            <a:lvl4pPr algn="l">
              <a:defRPr sz="1950" b="0">
                <a:solidFill>
                  <a:srgbClr val="626262"/>
                </a:solidFill>
                <a:latin typeface="Arial"/>
                <a:ea typeface="Arial"/>
                <a:cs typeface="Arial"/>
              </a:defRPr>
            </a:lvl4pPr>
            <a:lvl5pPr algn="l">
              <a:defRPr sz="1950" b="0">
                <a:solidFill>
                  <a:srgbClr val="626262"/>
                </a:solidFill>
                <a:latin typeface="Arial"/>
                <a:ea typeface="Arial"/>
                <a:cs typeface="Arial"/>
              </a:defRPr>
            </a:lvl5pPr>
            <a:lvl6pPr algn="l">
              <a:defRPr sz="1950" b="0">
                <a:solidFill>
                  <a:srgbClr val="626262"/>
                </a:solidFill>
                <a:latin typeface="Arial"/>
                <a:ea typeface="Arial"/>
                <a:cs typeface="Arial"/>
              </a:defRPr>
            </a:lvl6pPr>
            <a:lvl7pPr algn="l">
              <a:defRPr sz="1950" b="0">
                <a:solidFill>
                  <a:srgbClr val="626262"/>
                </a:solidFill>
                <a:latin typeface="Arial"/>
                <a:ea typeface="Arial"/>
                <a:cs typeface="Arial"/>
              </a:defRPr>
            </a:lvl7pPr>
            <a:lvl8pPr algn="l">
              <a:defRPr sz="1950" b="0">
                <a:solidFill>
                  <a:srgbClr val="626262"/>
                </a:solidFill>
                <a:latin typeface="Arial"/>
                <a:ea typeface="Arial"/>
                <a:cs typeface="Arial"/>
              </a:defRPr>
            </a:lvl8pPr>
            <a:lvl9pPr algn="l">
              <a:defRPr sz="1950" b="0">
                <a:solidFill>
                  <a:srgbClr val="626262"/>
                </a:solidFill>
                <a:latin typeface="Arial"/>
                <a:ea typeface="Arial"/>
                <a:cs typeface="Arial"/>
              </a:defRPr>
            </a:lvl9pPr>
          </a:lstStyle>
          <a:p xmlns:a="http://schemas.openxmlformats.org/drawingml/2006/main">
            <a:pPr algn="l">
              <a:defRPr sz="1950" b="0">
                <a:solidFill>
                  <a:srgbClr val="626262"/>
                </a:solidFill>
              </a:defRPr>
            </a:pPr>
            <a:r>
              <a:rPr sz="1950" b="0">
                <a:solidFill>
                  <a:srgbClr val="626262"/>
                </a:solidFill>
                <a:latin typeface="Arial"/>
                <a:ea typeface="Arial"/>
                <a:cs typeface="Arial"/>
              </a:rPr>
              <a:t>Продуктовая гипотеза: единый кабинет уменьшает разрывы между этапами</a:t>
            </a:r>
          </a:p>
        </p:txBody>
      </p:sp>
    </p:spTree>
    <p:extLst>
      <p:ext uri="{BB962C8B-B14F-4D97-AF65-F5344CB8AC3E}">
        <p14:creationId xmlns:p14="http://schemas.microsoft.com/office/powerpoint/2010/main" val="1560883665"/>
      </p:ext>
    </p:extLst>
  </p:cSld>
</p:sld>
</file>

<file path=ppt/slides/slide3.xml><?xml version="1.0" encoding="utf-8"?>
<p:sld xmlns:p="http://schemas.openxmlformats.org/presentationml/2006/main">
  <p:cSld>
    <p:bg>
      <p:bgPr>
        <a:solidFill xmlns:a="http://schemas.openxmlformats.org/drawingml/2006/main">
          <a:srgbClr val="F52B22"/>
        </a:solidFill>
      </p:bgPr>
    </p:bg>
    <p:spTree>
      <p:nvGrpSpPr>
        <p:cNvPr id="1" name=""/>
        <p:cNvGrpSpPr/>
        <p:nvPr/>
      </p:nvGrpSpPr>
      <p:grpSpPr>
        <a:xfrm xmlns:a="http://schemas.openxmlformats.org/drawingml/2006/main"/>
      </p:grpSpPr>
      <p:sp>
        <p:nvSpPr>
          <p:cNvPr id="2" name="АЛЬФА ХАК 2026">
            <a:extLst xmlns:a="http://schemas.openxmlformats.org/drawingml/2006/main">
              <a:ext uri="{FF2B5EF4-FFF2-40B4-BE49-F238E27FC236}">
                <a16:creationId xmlns:a16="http://schemas.microsoft.com/office/drawing/2014/main" id="{53A6E4F5-F83C-4EC2-89B9-7F81CD62A0FC}"/>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FFFFF"/>
                </a:solidFill>
                <a:latin typeface="Arial"/>
                <a:ea typeface="Arial"/>
                <a:cs typeface="Arial"/>
              </a:defRPr>
            </a:defPPr>
            <a:lvl1pPr algn="l">
              <a:defRPr sz="975" b="1">
                <a:solidFill>
                  <a:srgbClr val="FFFFFF"/>
                </a:solidFill>
                <a:latin typeface="Arial"/>
                <a:ea typeface="Arial"/>
                <a:cs typeface="Arial"/>
              </a:defRPr>
            </a:lvl1pPr>
            <a:lvl2pPr algn="l">
              <a:defRPr sz="975" b="1">
                <a:solidFill>
                  <a:srgbClr val="FFFFFF"/>
                </a:solidFill>
                <a:latin typeface="Arial"/>
                <a:ea typeface="Arial"/>
                <a:cs typeface="Arial"/>
              </a:defRPr>
            </a:lvl2pPr>
            <a:lvl3pPr algn="l">
              <a:defRPr sz="975" b="1">
                <a:solidFill>
                  <a:srgbClr val="FFFFFF"/>
                </a:solidFill>
                <a:latin typeface="Arial"/>
                <a:ea typeface="Arial"/>
                <a:cs typeface="Arial"/>
              </a:defRPr>
            </a:lvl3pPr>
            <a:lvl4pPr algn="l">
              <a:defRPr sz="975" b="1">
                <a:solidFill>
                  <a:srgbClr val="FFFFFF"/>
                </a:solidFill>
                <a:latin typeface="Arial"/>
                <a:ea typeface="Arial"/>
                <a:cs typeface="Arial"/>
              </a:defRPr>
            </a:lvl4pPr>
            <a:lvl5pPr algn="l">
              <a:defRPr sz="975" b="1">
                <a:solidFill>
                  <a:srgbClr val="FFFFFF"/>
                </a:solidFill>
                <a:latin typeface="Arial"/>
                <a:ea typeface="Arial"/>
                <a:cs typeface="Arial"/>
              </a:defRPr>
            </a:lvl5pPr>
            <a:lvl6pPr algn="l">
              <a:defRPr sz="975" b="1">
                <a:solidFill>
                  <a:srgbClr val="FFFFFF"/>
                </a:solidFill>
                <a:latin typeface="Arial"/>
                <a:ea typeface="Arial"/>
                <a:cs typeface="Arial"/>
              </a:defRPr>
            </a:lvl6pPr>
            <a:lvl7pPr algn="l">
              <a:defRPr sz="975" b="1">
                <a:solidFill>
                  <a:srgbClr val="FFFFFF"/>
                </a:solidFill>
                <a:latin typeface="Arial"/>
                <a:ea typeface="Arial"/>
                <a:cs typeface="Arial"/>
              </a:defRPr>
            </a:lvl7pPr>
            <a:lvl8pPr algn="l">
              <a:defRPr sz="975" b="1">
                <a:solidFill>
                  <a:srgbClr val="FFFFFF"/>
                </a:solidFill>
                <a:latin typeface="Arial"/>
                <a:ea typeface="Arial"/>
                <a:cs typeface="Arial"/>
              </a:defRPr>
            </a:lvl8pPr>
            <a:lvl9pPr algn="l">
              <a:defRPr sz="975" b="1">
                <a:solidFill>
                  <a:srgbClr val="FFFFFF"/>
                </a:solidFill>
                <a:latin typeface="Arial"/>
                <a:ea typeface="Arial"/>
                <a:cs typeface="Arial"/>
              </a:defRPr>
            </a:lvl9pPr>
          </a:lstStyle>
          <a:p xmlns:a="http://schemas.openxmlformats.org/drawingml/2006/main">
            <a:pPr algn="l">
              <a:defRPr sz="975" b="1">
                <a:solidFill>
                  <a:srgbClr val="FFFFFF"/>
                </a:solidFill>
              </a:defRPr>
            </a:pPr>
            <a:r>
              <a:rPr sz="975" b="1">
                <a:solidFill>
                  <a:srgbClr val="FFFFFF"/>
                </a:solidFill>
                <a:latin typeface="Arial"/>
                <a:ea typeface="Arial"/>
                <a:cs typeface="Arial"/>
              </a:rPr>
              <a:t>АЛЬФА ХАК 2026</a:t>
            </a:r>
          </a:p>
        </p:txBody>
      </p:sp>
      <p:sp>
        <p:nvSpPr>
          <p:cNvPr id="3" name="Одна заявка. Весь путь.">
            <a:extLst xmlns:a="http://schemas.openxmlformats.org/drawingml/2006/main">
              <a:ext uri="{FF2B5EF4-FFF2-40B4-BE49-F238E27FC236}">
                <a16:creationId xmlns:a16="http://schemas.microsoft.com/office/drawing/2014/main" id="{C5C70C02-172D-46C5-862F-FE3E364890D4}"/>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FFFFFF"/>
                </a:solidFill>
                <a:latin typeface="Arial"/>
                <a:ea typeface="Arial"/>
                <a:cs typeface="Arial"/>
              </a:defRPr>
            </a:defPPr>
            <a:lvl1pPr algn="l">
              <a:defRPr sz="3675" b="1">
                <a:solidFill>
                  <a:srgbClr val="FFFFFF"/>
                </a:solidFill>
                <a:latin typeface="Arial"/>
                <a:ea typeface="Arial"/>
                <a:cs typeface="Arial"/>
              </a:defRPr>
            </a:lvl1pPr>
            <a:lvl2pPr algn="l">
              <a:defRPr sz="3675" b="1">
                <a:solidFill>
                  <a:srgbClr val="FFFFFF"/>
                </a:solidFill>
                <a:latin typeface="Arial"/>
                <a:ea typeface="Arial"/>
                <a:cs typeface="Arial"/>
              </a:defRPr>
            </a:lvl2pPr>
            <a:lvl3pPr algn="l">
              <a:defRPr sz="3675" b="1">
                <a:solidFill>
                  <a:srgbClr val="FFFFFF"/>
                </a:solidFill>
                <a:latin typeface="Arial"/>
                <a:ea typeface="Arial"/>
                <a:cs typeface="Arial"/>
              </a:defRPr>
            </a:lvl3pPr>
            <a:lvl4pPr algn="l">
              <a:defRPr sz="3675" b="1">
                <a:solidFill>
                  <a:srgbClr val="FFFFFF"/>
                </a:solidFill>
                <a:latin typeface="Arial"/>
                <a:ea typeface="Arial"/>
                <a:cs typeface="Arial"/>
              </a:defRPr>
            </a:lvl4pPr>
            <a:lvl5pPr algn="l">
              <a:defRPr sz="3675" b="1">
                <a:solidFill>
                  <a:srgbClr val="FFFFFF"/>
                </a:solidFill>
                <a:latin typeface="Arial"/>
                <a:ea typeface="Arial"/>
                <a:cs typeface="Arial"/>
              </a:defRPr>
            </a:lvl5pPr>
            <a:lvl6pPr algn="l">
              <a:defRPr sz="3675" b="1">
                <a:solidFill>
                  <a:srgbClr val="FFFFFF"/>
                </a:solidFill>
                <a:latin typeface="Arial"/>
                <a:ea typeface="Arial"/>
                <a:cs typeface="Arial"/>
              </a:defRPr>
            </a:lvl6pPr>
            <a:lvl7pPr algn="l">
              <a:defRPr sz="3675" b="1">
                <a:solidFill>
                  <a:srgbClr val="FFFFFF"/>
                </a:solidFill>
                <a:latin typeface="Arial"/>
                <a:ea typeface="Arial"/>
                <a:cs typeface="Arial"/>
              </a:defRPr>
            </a:lvl7pPr>
            <a:lvl8pPr algn="l">
              <a:defRPr sz="3675" b="1">
                <a:solidFill>
                  <a:srgbClr val="FFFFFF"/>
                </a:solidFill>
                <a:latin typeface="Arial"/>
                <a:ea typeface="Arial"/>
                <a:cs typeface="Arial"/>
              </a:defRPr>
            </a:lvl8pPr>
            <a:lvl9pPr algn="l">
              <a:defRPr sz="3675" b="1">
                <a:solidFill>
                  <a:srgbClr val="FFFFFF"/>
                </a:solidFill>
                <a:latin typeface="Arial"/>
                <a:ea typeface="Arial"/>
                <a:cs typeface="Arial"/>
              </a:defRPr>
            </a:lvl9pPr>
          </a:lstStyle>
          <a:p xmlns:a="http://schemas.openxmlformats.org/drawingml/2006/main">
            <a:pPr algn="l">
              <a:defRPr sz="3675" b="1">
                <a:solidFill>
                  <a:srgbClr val="FFFFFF"/>
                </a:solidFill>
              </a:defRPr>
            </a:pPr>
            <a:r>
              <a:rPr sz="3675" b="1">
                <a:solidFill>
                  <a:srgbClr val="FFFFFF"/>
                </a:solidFill>
                <a:latin typeface="Arial"/>
                <a:ea typeface="Arial"/>
                <a:cs typeface="Arial"/>
              </a:rPr>
              <a:t>Одна заявка. Весь путь.</a:t>
            </a:r>
          </a:p>
        </p:txBody>
      </p:sp>
      <p:sp>
        <p:nvSpPr>
          <p:cNvPr id="4" name="Поток / Gambit_Yvaga">
            <a:extLst xmlns:a="http://schemas.openxmlformats.org/drawingml/2006/main">
              <a:ext uri="{FF2B5EF4-FFF2-40B4-BE49-F238E27FC236}">
                <a16:creationId xmlns:a16="http://schemas.microsoft.com/office/drawing/2014/main" id="{6D88855B-B4C4-4058-93FC-151A37D776B8}"/>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FFFFFF"/>
                </a:solidFill>
                <a:latin typeface="Arial"/>
                <a:ea typeface="Arial"/>
                <a:cs typeface="Arial"/>
              </a:defRPr>
            </a:defPPr>
            <a:lvl1pPr algn="l">
              <a:defRPr sz="1125" b="0">
                <a:solidFill>
                  <a:srgbClr val="FFFFFF"/>
                </a:solidFill>
                <a:latin typeface="Arial"/>
                <a:ea typeface="Arial"/>
                <a:cs typeface="Arial"/>
              </a:defRPr>
            </a:lvl1pPr>
            <a:lvl2pPr algn="l">
              <a:defRPr sz="1125" b="0">
                <a:solidFill>
                  <a:srgbClr val="FFFFFF"/>
                </a:solidFill>
                <a:latin typeface="Arial"/>
                <a:ea typeface="Arial"/>
                <a:cs typeface="Arial"/>
              </a:defRPr>
            </a:lvl2pPr>
            <a:lvl3pPr algn="l">
              <a:defRPr sz="1125" b="0">
                <a:solidFill>
                  <a:srgbClr val="FFFFFF"/>
                </a:solidFill>
                <a:latin typeface="Arial"/>
                <a:ea typeface="Arial"/>
                <a:cs typeface="Arial"/>
              </a:defRPr>
            </a:lvl3pPr>
            <a:lvl4pPr algn="l">
              <a:defRPr sz="1125" b="0">
                <a:solidFill>
                  <a:srgbClr val="FFFFFF"/>
                </a:solidFill>
                <a:latin typeface="Arial"/>
                <a:ea typeface="Arial"/>
                <a:cs typeface="Arial"/>
              </a:defRPr>
            </a:lvl4pPr>
            <a:lvl5pPr algn="l">
              <a:defRPr sz="1125" b="0">
                <a:solidFill>
                  <a:srgbClr val="FFFFFF"/>
                </a:solidFill>
                <a:latin typeface="Arial"/>
                <a:ea typeface="Arial"/>
                <a:cs typeface="Arial"/>
              </a:defRPr>
            </a:lvl5pPr>
            <a:lvl6pPr algn="l">
              <a:defRPr sz="1125" b="0">
                <a:solidFill>
                  <a:srgbClr val="FFFFFF"/>
                </a:solidFill>
                <a:latin typeface="Arial"/>
                <a:ea typeface="Arial"/>
                <a:cs typeface="Arial"/>
              </a:defRPr>
            </a:lvl6pPr>
            <a:lvl7pPr algn="l">
              <a:defRPr sz="1125" b="0">
                <a:solidFill>
                  <a:srgbClr val="FFFFFF"/>
                </a:solidFill>
                <a:latin typeface="Arial"/>
                <a:ea typeface="Arial"/>
                <a:cs typeface="Arial"/>
              </a:defRPr>
            </a:lvl7pPr>
            <a:lvl8pPr algn="l">
              <a:defRPr sz="1125" b="0">
                <a:solidFill>
                  <a:srgbClr val="FFFFFF"/>
                </a:solidFill>
                <a:latin typeface="Arial"/>
                <a:ea typeface="Arial"/>
                <a:cs typeface="Arial"/>
              </a:defRPr>
            </a:lvl8pPr>
            <a:lvl9pPr algn="l">
              <a:defRPr sz="1125" b="0">
                <a:solidFill>
                  <a:srgbClr val="FFFFFF"/>
                </a:solidFill>
                <a:latin typeface="Arial"/>
                <a:ea typeface="Arial"/>
                <a:cs typeface="Arial"/>
              </a:defRPr>
            </a:lvl9pPr>
          </a:lstStyle>
          <a:p xmlns:a="http://schemas.openxmlformats.org/drawingml/2006/main">
            <a:pPr algn="l">
              <a:defRPr sz="1125" b="0">
                <a:solidFill>
                  <a:srgbClr val="FFFFFF"/>
                </a:solidFill>
              </a:defRPr>
            </a:pPr>
            <a:r>
              <a:rPr sz="1125" b="0">
                <a:solidFill>
                  <a:srgbClr val="FFFFFF"/>
                </a:solidFill>
                <a:latin typeface="Arial"/>
                <a:ea typeface="Arial"/>
                <a:cs typeface="Arial"/>
              </a:rPr>
              <a:t>Поток / Gambit_Yvaga</a:t>
            </a:r>
          </a:p>
        </p:txBody>
      </p:sp>
      <p:sp>
        <p:nvSpPr>
          <p:cNvPr id="5" name="03">
            <a:extLst xmlns:a="http://schemas.openxmlformats.org/drawingml/2006/main">
              <a:ext uri="{FF2B5EF4-FFF2-40B4-BE49-F238E27FC236}">
                <a16:creationId xmlns:a16="http://schemas.microsoft.com/office/drawing/2014/main" id="{60A088A5-6736-4006-9F7A-BC07F9DF14DA}"/>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FFFFFF"/>
                </a:solidFill>
                <a:latin typeface="Arial"/>
                <a:ea typeface="Arial"/>
                <a:cs typeface="Arial"/>
              </a:defRPr>
            </a:defPPr>
            <a:lvl1pPr algn="r">
              <a:defRPr sz="1125" b="0">
                <a:solidFill>
                  <a:srgbClr val="FFFFFF"/>
                </a:solidFill>
                <a:latin typeface="Arial"/>
                <a:ea typeface="Arial"/>
                <a:cs typeface="Arial"/>
              </a:defRPr>
            </a:lvl1pPr>
            <a:lvl2pPr algn="r">
              <a:defRPr sz="1125" b="0">
                <a:solidFill>
                  <a:srgbClr val="FFFFFF"/>
                </a:solidFill>
                <a:latin typeface="Arial"/>
                <a:ea typeface="Arial"/>
                <a:cs typeface="Arial"/>
              </a:defRPr>
            </a:lvl2pPr>
            <a:lvl3pPr algn="r">
              <a:defRPr sz="1125" b="0">
                <a:solidFill>
                  <a:srgbClr val="FFFFFF"/>
                </a:solidFill>
                <a:latin typeface="Arial"/>
                <a:ea typeface="Arial"/>
                <a:cs typeface="Arial"/>
              </a:defRPr>
            </a:lvl3pPr>
            <a:lvl4pPr algn="r">
              <a:defRPr sz="1125" b="0">
                <a:solidFill>
                  <a:srgbClr val="FFFFFF"/>
                </a:solidFill>
                <a:latin typeface="Arial"/>
                <a:ea typeface="Arial"/>
                <a:cs typeface="Arial"/>
              </a:defRPr>
            </a:lvl4pPr>
            <a:lvl5pPr algn="r">
              <a:defRPr sz="1125" b="0">
                <a:solidFill>
                  <a:srgbClr val="FFFFFF"/>
                </a:solidFill>
                <a:latin typeface="Arial"/>
                <a:ea typeface="Arial"/>
                <a:cs typeface="Arial"/>
              </a:defRPr>
            </a:lvl5pPr>
            <a:lvl6pPr algn="r">
              <a:defRPr sz="1125" b="0">
                <a:solidFill>
                  <a:srgbClr val="FFFFFF"/>
                </a:solidFill>
                <a:latin typeface="Arial"/>
                <a:ea typeface="Arial"/>
                <a:cs typeface="Arial"/>
              </a:defRPr>
            </a:lvl6pPr>
            <a:lvl7pPr algn="r">
              <a:defRPr sz="1125" b="0">
                <a:solidFill>
                  <a:srgbClr val="FFFFFF"/>
                </a:solidFill>
                <a:latin typeface="Arial"/>
                <a:ea typeface="Arial"/>
                <a:cs typeface="Arial"/>
              </a:defRPr>
            </a:lvl7pPr>
            <a:lvl8pPr algn="r">
              <a:defRPr sz="1125" b="0">
                <a:solidFill>
                  <a:srgbClr val="FFFFFF"/>
                </a:solidFill>
                <a:latin typeface="Arial"/>
                <a:ea typeface="Arial"/>
                <a:cs typeface="Arial"/>
              </a:defRPr>
            </a:lvl8pPr>
            <a:lvl9pPr algn="r">
              <a:defRPr sz="1125" b="0">
                <a:solidFill>
                  <a:srgbClr val="FFFFFF"/>
                </a:solidFill>
                <a:latin typeface="Arial"/>
                <a:ea typeface="Arial"/>
                <a:cs typeface="Arial"/>
              </a:defRPr>
            </a:lvl9pPr>
          </a:lstStyle>
          <a:p xmlns:a="http://schemas.openxmlformats.org/drawingml/2006/main">
            <a:pPr algn="r">
              <a:defRPr sz="1125" b="0">
                <a:solidFill>
                  <a:srgbClr val="FFFFFF"/>
                </a:solidFill>
              </a:defRPr>
            </a:pPr>
            <a:r>
              <a:rPr sz="1125" b="0">
                <a:solidFill>
                  <a:srgbClr val="FFFFFF"/>
                </a:solidFill>
                <a:latin typeface="Arial"/>
                <a:ea typeface="Arial"/>
                <a:cs typeface="Arial"/>
              </a:rPr>
              <a:t>03</a:t>
            </a:r>
          </a:p>
        </p:txBody>
      </p:sp>
      <p:sp>
        <p:nvSpPr>
          <p:cNvPr id="6" name="Клиент">
            <a:extLst xmlns:a="http://schemas.openxmlformats.org/drawingml/2006/main">
              <a:ext uri="{FF2B5EF4-FFF2-40B4-BE49-F238E27FC236}">
                <a16:creationId xmlns:a16="http://schemas.microsoft.com/office/drawing/2014/main" id="{F9D8E3E1-F71B-463E-B0D1-056A001680A4}"/>
              </a:ext>
            </a:extLst>
          </p:cNvPr>
          <p:cNvSpPr>
            <a:spLocks xmlns:a="http://schemas.openxmlformats.org/drawingml/2006/main" noGrp="1"/>
          </p:cNvSpPr>
          <p:nvPr/>
        </p:nvSpPr>
        <p:spPr>
          <a:xfrm xmlns:a="http://schemas.openxmlformats.org/drawingml/2006/main">
            <a:off x="533400" y="198120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150" b="1">
                <a:solidFill>
                  <a:srgbClr val="FFFFFF"/>
                </a:solidFill>
                <a:latin typeface="Arial"/>
                <a:ea typeface="Arial"/>
                <a:cs typeface="Arial"/>
              </a:defRPr>
            </a:defPPr>
            <a:lvl1pPr algn="l">
              <a:defRPr sz="3150" b="1">
                <a:solidFill>
                  <a:srgbClr val="FFFFFF"/>
                </a:solidFill>
                <a:latin typeface="Arial"/>
                <a:ea typeface="Arial"/>
                <a:cs typeface="Arial"/>
              </a:defRPr>
            </a:lvl1pPr>
            <a:lvl2pPr algn="l">
              <a:defRPr sz="3150" b="1">
                <a:solidFill>
                  <a:srgbClr val="FFFFFF"/>
                </a:solidFill>
                <a:latin typeface="Arial"/>
                <a:ea typeface="Arial"/>
                <a:cs typeface="Arial"/>
              </a:defRPr>
            </a:lvl2pPr>
            <a:lvl3pPr algn="l">
              <a:defRPr sz="3150" b="1">
                <a:solidFill>
                  <a:srgbClr val="FFFFFF"/>
                </a:solidFill>
                <a:latin typeface="Arial"/>
                <a:ea typeface="Arial"/>
                <a:cs typeface="Arial"/>
              </a:defRPr>
            </a:lvl3pPr>
            <a:lvl4pPr algn="l">
              <a:defRPr sz="3150" b="1">
                <a:solidFill>
                  <a:srgbClr val="FFFFFF"/>
                </a:solidFill>
                <a:latin typeface="Arial"/>
                <a:ea typeface="Arial"/>
                <a:cs typeface="Arial"/>
              </a:defRPr>
            </a:lvl4pPr>
            <a:lvl5pPr algn="l">
              <a:defRPr sz="3150" b="1">
                <a:solidFill>
                  <a:srgbClr val="FFFFFF"/>
                </a:solidFill>
                <a:latin typeface="Arial"/>
                <a:ea typeface="Arial"/>
                <a:cs typeface="Arial"/>
              </a:defRPr>
            </a:lvl5pPr>
            <a:lvl6pPr algn="l">
              <a:defRPr sz="3150" b="1">
                <a:solidFill>
                  <a:srgbClr val="FFFFFF"/>
                </a:solidFill>
                <a:latin typeface="Arial"/>
                <a:ea typeface="Arial"/>
                <a:cs typeface="Arial"/>
              </a:defRPr>
            </a:lvl6pPr>
            <a:lvl7pPr algn="l">
              <a:defRPr sz="3150" b="1">
                <a:solidFill>
                  <a:srgbClr val="FFFFFF"/>
                </a:solidFill>
                <a:latin typeface="Arial"/>
                <a:ea typeface="Arial"/>
                <a:cs typeface="Arial"/>
              </a:defRPr>
            </a:lvl7pPr>
            <a:lvl8pPr algn="l">
              <a:defRPr sz="3150" b="1">
                <a:solidFill>
                  <a:srgbClr val="FFFFFF"/>
                </a:solidFill>
                <a:latin typeface="Arial"/>
                <a:ea typeface="Arial"/>
                <a:cs typeface="Arial"/>
              </a:defRPr>
            </a:lvl8pPr>
            <a:lvl9pPr algn="l">
              <a:defRPr sz="3150" b="1">
                <a:solidFill>
                  <a:srgbClr val="FFFFFF"/>
                </a:solidFill>
                <a:latin typeface="Arial"/>
                <a:ea typeface="Arial"/>
                <a:cs typeface="Arial"/>
              </a:defRPr>
            </a:lvl9pPr>
          </a:lstStyle>
          <a:p xmlns:a="http://schemas.openxmlformats.org/drawingml/2006/main">
            <a:pPr algn="l">
              <a:defRPr sz="3150" b="1">
                <a:solidFill>
                  <a:srgbClr val="FFFFFF"/>
                </a:solidFill>
              </a:defRPr>
            </a:pPr>
            <a:r>
              <a:rPr sz="3150" b="1">
                <a:solidFill>
                  <a:srgbClr val="FFFFFF"/>
                </a:solidFill>
                <a:latin typeface="Arial"/>
                <a:ea typeface="Arial"/>
                <a:cs typeface="Arial"/>
              </a:rPr>
              <a:t>Клиент</a:t>
            </a:r>
          </a:p>
        </p:txBody>
      </p:sp>
      <p:sp>
        <p:nvSpPr>
          <p:cNvPr id="7" name="Видит статус и следующий шаг">
            <a:extLst xmlns:a="http://schemas.openxmlformats.org/drawingml/2006/main">
              <a:ext uri="{FF2B5EF4-FFF2-40B4-BE49-F238E27FC236}">
                <a16:creationId xmlns:a16="http://schemas.microsoft.com/office/drawing/2014/main" id="{921C5474-D07F-4E06-A273-D063F56EB8B3}"/>
              </a:ext>
            </a:extLst>
          </p:cNvPr>
          <p:cNvSpPr>
            <a:spLocks xmlns:a="http://schemas.openxmlformats.org/drawingml/2006/main" noGrp="1"/>
          </p:cNvSpPr>
          <p:nvPr/>
        </p:nvSpPr>
        <p:spPr>
          <a:xfrm xmlns:a="http://schemas.openxmlformats.org/drawingml/2006/main">
            <a:off x="533400" y="2857500"/>
            <a:ext cx="50006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0">
                <a:solidFill>
                  <a:srgbClr val="FFFFFF"/>
                </a:solidFill>
                <a:latin typeface="Arial"/>
                <a:ea typeface="Arial"/>
                <a:cs typeface="Arial"/>
              </a:defRPr>
            </a:defPPr>
            <a:lvl1pPr algn="l">
              <a:defRPr sz="2250" b="0">
                <a:solidFill>
                  <a:srgbClr val="FFFFFF"/>
                </a:solidFill>
                <a:latin typeface="Arial"/>
                <a:ea typeface="Arial"/>
                <a:cs typeface="Arial"/>
              </a:defRPr>
            </a:lvl1pPr>
            <a:lvl2pPr algn="l">
              <a:defRPr sz="2250" b="0">
                <a:solidFill>
                  <a:srgbClr val="FFFFFF"/>
                </a:solidFill>
                <a:latin typeface="Arial"/>
                <a:ea typeface="Arial"/>
                <a:cs typeface="Arial"/>
              </a:defRPr>
            </a:lvl2pPr>
            <a:lvl3pPr algn="l">
              <a:defRPr sz="2250" b="0">
                <a:solidFill>
                  <a:srgbClr val="FFFFFF"/>
                </a:solidFill>
                <a:latin typeface="Arial"/>
                <a:ea typeface="Arial"/>
                <a:cs typeface="Arial"/>
              </a:defRPr>
            </a:lvl3pPr>
            <a:lvl4pPr algn="l">
              <a:defRPr sz="2250" b="0">
                <a:solidFill>
                  <a:srgbClr val="FFFFFF"/>
                </a:solidFill>
                <a:latin typeface="Arial"/>
                <a:ea typeface="Arial"/>
                <a:cs typeface="Arial"/>
              </a:defRPr>
            </a:lvl4pPr>
            <a:lvl5pPr algn="l">
              <a:defRPr sz="2250" b="0">
                <a:solidFill>
                  <a:srgbClr val="FFFFFF"/>
                </a:solidFill>
                <a:latin typeface="Arial"/>
                <a:ea typeface="Arial"/>
                <a:cs typeface="Arial"/>
              </a:defRPr>
            </a:lvl5pPr>
            <a:lvl6pPr algn="l">
              <a:defRPr sz="2250" b="0">
                <a:solidFill>
                  <a:srgbClr val="FFFFFF"/>
                </a:solidFill>
                <a:latin typeface="Arial"/>
                <a:ea typeface="Arial"/>
                <a:cs typeface="Arial"/>
              </a:defRPr>
            </a:lvl6pPr>
            <a:lvl7pPr algn="l">
              <a:defRPr sz="2250" b="0">
                <a:solidFill>
                  <a:srgbClr val="FFFFFF"/>
                </a:solidFill>
                <a:latin typeface="Arial"/>
                <a:ea typeface="Arial"/>
                <a:cs typeface="Arial"/>
              </a:defRPr>
            </a:lvl7pPr>
            <a:lvl8pPr algn="l">
              <a:defRPr sz="2250" b="0">
                <a:solidFill>
                  <a:srgbClr val="FFFFFF"/>
                </a:solidFill>
                <a:latin typeface="Arial"/>
                <a:ea typeface="Arial"/>
                <a:cs typeface="Arial"/>
              </a:defRPr>
            </a:lvl8pPr>
            <a:lvl9pPr algn="l">
              <a:defRPr sz="2250" b="0">
                <a:solidFill>
                  <a:srgbClr val="FFFFFF"/>
                </a:solidFill>
                <a:latin typeface="Arial"/>
                <a:ea typeface="Arial"/>
                <a:cs typeface="Arial"/>
              </a:defRPr>
            </a:lvl9pPr>
          </a:lstStyle>
          <a:p xmlns:a="http://schemas.openxmlformats.org/drawingml/2006/main">
            <a:pPr algn="l">
              <a:defRPr sz="2250" b="0">
                <a:solidFill>
                  <a:srgbClr val="FFFFFF"/>
                </a:solidFill>
              </a:defRPr>
            </a:pPr>
            <a:r>
              <a:rPr sz="2250" b="0">
                <a:solidFill>
                  <a:srgbClr val="FFFFFF"/>
                </a:solidFill>
                <a:latin typeface="Arial"/>
                <a:ea typeface="Arial"/>
                <a:cs typeface="Arial"/>
              </a:rPr>
              <a:t>Видит статус и следующий шаг</a:t>
            </a:r>
          </a:p>
          <a:p xmlns:a="http://schemas.openxmlformats.org/drawingml/2006/main">
            <a:pPr algn="l">
              <a:defRPr sz="2250" b="0">
                <a:solidFill>
                  <a:srgbClr val="FFFFFF"/>
                </a:solidFill>
              </a:defRPr>
            </a:pPr>
            <a:r>
              <a:rPr sz="2250" b="0">
                <a:solidFill>
                  <a:srgbClr val="FFFFFF"/>
                </a:solidFill>
                <a:latin typeface="Arial"/>
                <a:ea typeface="Arial"/>
                <a:cs typeface="Arial"/>
              </a:rPr>
              <a:t>Возвращается к сохранённым данным</a:t>
            </a:r>
          </a:p>
          <a:p xmlns:a="http://schemas.openxmlformats.org/drawingml/2006/main">
            <a:pPr algn="l">
              <a:defRPr sz="2250" b="0">
                <a:solidFill>
                  <a:srgbClr val="FFFFFF"/>
                </a:solidFill>
              </a:defRPr>
            </a:pPr>
            <a:r>
              <a:rPr sz="2250" b="0">
                <a:solidFill>
                  <a:srgbClr val="FFFFFF"/>
                </a:solidFill>
                <a:latin typeface="Arial"/>
                <a:ea typeface="Arial"/>
                <a:cs typeface="Arial"/>
              </a:rPr>
              <a:t>Получает понятный результат</a:t>
            </a:r>
          </a:p>
        </p:txBody>
      </p:sp>
      <p:sp>
        <p:nvSpPr>
          <p:cNvPr id="8" name="Банк">
            <a:extLst xmlns:a="http://schemas.openxmlformats.org/drawingml/2006/main">
              <a:ext uri="{FF2B5EF4-FFF2-40B4-BE49-F238E27FC236}">
                <a16:creationId xmlns:a16="http://schemas.microsoft.com/office/drawing/2014/main" id="{1D9F538D-70DE-4D76-AB73-1920DA1C8B7D}"/>
              </a:ext>
            </a:extLst>
          </p:cNvPr>
          <p:cNvSpPr>
            <a:spLocks xmlns:a="http://schemas.openxmlformats.org/drawingml/2006/main" noGrp="1"/>
          </p:cNvSpPr>
          <p:nvPr/>
        </p:nvSpPr>
        <p:spPr>
          <a:xfrm xmlns:a="http://schemas.openxmlformats.org/drawingml/2006/main">
            <a:off x="6705600" y="1981200"/>
            <a:ext cx="476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150" b="1">
                <a:solidFill>
                  <a:srgbClr val="FFFFFF"/>
                </a:solidFill>
                <a:latin typeface="Arial"/>
                <a:ea typeface="Arial"/>
                <a:cs typeface="Arial"/>
              </a:defRPr>
            </a:defPPr>
            <a:lvl1pPr algn="l">
              <a:defRPr sz="3150" b="1">
                <a:solidFill>
                  <a:srgbClr val="FFFFFF"/>
                </a:solidFill>
                <a:latin typeface="Arial"/>
                <a:ea typeface="Arial"/>
                <a:cs typeface="Arial"/>
              </a:defRPr>
            </a:lvl1pPr>
            <a:lvl2pPr algn="l">
              <a:defRPr sz="3150" b="1">
                <a:solidFill>
                  <a:srgbClr val="FFFFFF"/>
                </a:solidFill>
                <a:latin typeface="Arial"/>
                <a:ea typeface="Arial"/>
                <a:cs typeface="Arial"/>
              </a:defRPr>
            </a:lvl2pPr>
            <a:lvl3pPr algn="l">
              <a:defRPr sz="3150" b="1">
                <a:solidFill>
                  <a:srgbClr val="FFFFFF"/>
                </a:solidFill>
                <a:latin typeface="Arial"/>
                <a:ea typeface="Arial"/>
                <a:cs typeface="Arial"/>
              </a:defRPr>
            </a:lvl3pPr>
            <a:lvl4pPr algn="l">
              <a:defRPr sz="3150" b="1">
                <a:solidFill>
                  <a:srgbClr val="FFFFFF"/>
                </a:solidFill>
                <a:latin typeface="Arial"/>
                <a:ea typeface="Arial"/>
                <a:cs typeface="Arial"/>
              </a:defRPr>
            </a:lvl4pPr>
            <a:lvl5pPr algn="l">
              <a:defRPr sz="3150" b="1">
                <a:solidFill>
                  <a:srgbClr val="FFFFFF"/>
                </a:solidFill>
                <a:latin typeface="Arial"/>
                <a:ea typeface="Arial"/>
                <a:cs typeface="Arial"/>
              </a:defRPr>
            </a:lvl5pPr>
            <a:lvl6pPr algn="l">
              <a:defRPr sz="3150" b="1">
                <a:solidFill>
                  <a:srgbClr val="FFFFFF"/>
                </a:solidFill>
                <a:latin typeface="Arial"/>
                <a:ea typeface="Arial"/>
                <a:cs typeface="Arial"/>
              </a:defRPr>
            </a:lvl6pPr>
            <a:lvl7pPr algn="l">
              <a:defRPr sz="3150" b="1">
                <a:solidFill>
                  <a:srgbClr val="FFFFFF"/>
                </a:solidFill>
                <a:latin typeface="Arial"/>
                <a:ea typeface="Arial"/>
                <a:cs typeface="Arial"/>
              </a:defRPr>
            </a:lvl7pPr>
            <a:lvl8pPr algn="l">
              <a:defRPr sz="3150" b="1">
                <a:solidFill>
                  <a:srgbClr val="FFFFFF"/>
                </a:solidFill>
                <a:latin typeface="Arial"/>
                <a:ea typeface="Arial"/>
                <a:cs typeface="Arial"/>
              </a:defRPr>
            </a:lvl8pPr>
            <a:lvl9pPr algn="l">
              <a:defRPr sz="3150" b="1">
                <a:solidFill>
                  <a:srgbClr val="FFFFFF"/>
                </a:solidFill>
                <a:latin typeface="Arial"/>
                <a:ea typeface="Arial"/>
                <a:cs typeface="Arial"/>
              </a:defRPr>
            </a:lvl9pPr>
          </a:lstStyle>
          <a:p xmlns:a="http://schemas.openxmlformats.org/drawingml/2006/main">
            <a:pPr algn="l">
              <a:defRPr sz="3150" b="1">
                <a:solidFill>
                  <a:srgbClr val="FFFFFF"/>
                </a:solidFill>
              </a:defRPr>
            </a:pPr>
            <a:r>
              <a:rPr sz="3150" b="1">
                <a:solidFill>
                  <a:srgbClr val="FFFFFF"/>
                </a:solidFill>
                <a:latin typeface="Arial"/>
                <a:ea typeface="Arial"/>
                <a:cs typeface="Arial"/>
              </a:rPr>
              <a:t>Банк</a:t>
            </a:r>
          </a:p>
        </p:txBody>
      </p:sp>
      <p:sp>
        <p:nvSpPr>
          <p:cNvPr id="9" name="Рассматривает связанное дело">
            <a:extLst xmlns:a="http://schemas.openxmlformats.org/drawingml/2006/main">
              <a:ext uri="{FF2B5EF4-FFF2-40B4-BE49-F238E27FC236}">
                <a16:creationId xmlns:a16="http://schemas.microsoft.com/office/drawing/2014/main" id="{3DA7B465-9F97-43D0-AA47-BC7262A10D00}"/>
              </a:ext>
            </a:extLst>
          </p:cNvPr>
          <p:cNvSpPr>
            <a:spLocks xmlns:a="http://schemas.openxmlformats.org/drawingml/2006/main" noGrp="1"/>
          </p:cNvSpPr>
          <p:nvPr/>
        </p:nvSpPr>
        <p:spPr>
          <a:xfrm xmlns:a="http://schemas.openxmlformats.org/drawingml/2006/main">
            <a:off x="6705600" y="2857500"/>
            <a:ext cx="4953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175" b="0">
                <a:solidFill>
                  <a:srgbClr val="FFFFFF"/>
                </a:solidFill>
                <a:latin typeface="Arial"/>
                <a:ea typeface="Arial"/>
                <a:cs typeface="Arial"/>
              </a:defRPr>
            </a:defPPr>
            <a:lvl1pPr algn="l">
              <a:defRPr sz="2175" b="0">
                <a:solidFill>
                  <a:srgbClr val="FFFFFF"/>
                </a:solidFill>
                <a:latin typeface="Arial"/>
                <a:ea typeface="Arial"/>
                <a:cs typeface="Arial"/>
              </a:defRPr>
            </a:lvl1pPr>
            <a:lvl2pPr algn="l">
              <a:defRPr sz="2175" b="0">
                <a:solidFill>
                  <a:srgbClr val="FFFFFF"/>
                </a:solidFill>
                <a:latin typeface="Arial"/>
                <a:ea typeface="Arial"/>
                <a:cs typeface="Arial"/>
              </a:defRPr>
            </a:lvl2pPr>
            <a:lvl3pPr algn="l">
              <a:defRPr sz="2175" b="0">
                <a:solidFill>
                  <a:srgbClr val="FFFFFF"/>
                </a:solidFill>
                <a:latin typeface="Arial"/>
                <a:ea typeface="Arial"/>
                <a:cs typeface="Arial"/>
              </a:defRPr>
            </a:lvl3pPr>
            <a:lvl4pPr algn="l">
              <a:defRPr sz="2175" b="0">
                <a:solidFill>
                  <a:srgbClr val="FFFFFF"/>
                </a:solidFill>
                <a:latin typeface="Arial"/>
                <a:ea typeface="Arial"/>
                <a:cs typeface="Arial"/>
              </a:defRPr>
            </a:lvl4pPr>
            <a:lvl5pPr algn="l">
              <a:defRPr sz="2175" b="0">
                <a:solidFill>
                  <a:srgbClr val="FFFFFF"/>
                </a:solidFill>
                <a:latin typeface="Arial"/>
                <a:ea typeface="Arial"/>
                <a:cs typeface="Arial"/>
              </a:defRPr>
            </a:lvl5pPr>
            <a:lvl6pPr algn="l">
              <a:defRPr sz="2175" b="0">
                <a:solidFill>
                  <a:srgbClr val="FFFFFF"/>
                </a:solidFill>
                <a:latin typeface="Arial"/>
                <a:ea typeface="Arial"/>
                <a:cs typeface="Arial"/>
              </a:defRPr>
            </a:lvl6pPr>
            <a:lvl7pPr algn="l">
              <a:defRPr sz="2175" b="0">
                <a:solidFill>
                  <a:srgbClr val="FFFFFF"/>
                </a:solidFill>
                <a:latin typeface="Arial"/>
                <a:ea typeface="Arial"/>
                <a:cs typeface="Arial"/>
              </a:defRPr>
            </a:lvl7pPr>
            <a:lvl8pPr algn="l">
              <a:defRPr sz="2175" b="0">
                <a:solidFill>
                  <a:srgbClr val="FFFFFF"/>
                </a:solidFill>
                <a:latin typeface="Arial"/>
                <a:ea typeface="Arial"/>
                <a:cs typeface="Arial"/>
              </a:defRPr>
            </a:lvl8pPr>
            <a:lvl9pPr algn="l">
              <a:defRPr sz="2175" b="0">
                <a:solidFill>
                  <a:srgbClr val="FFFFFF"/>
                </a:solidFill>
                <a:latin typeface="Arial"/>
                <a:ea typeface="Arial"/>
                <a:cs typeface="Arial"/>
              </a:defRPr>
            </a:lvl9pPr>
          </a:lstStyle>
          <a:p xmlns:a="http://schemas.openxmlformats.org/drawingml/2006/main">
            <a:pPr algn="l">
              <a:defRPr sz="2175" b="0">
                <a:solidFill>
                  <a:srgbClr val="FFFFFF"/>
                </a:solidFill>
              </a:defRPr>
            </a:pPr>
            <a:r>
              <a:rPr sz="2175" b="0">
                <a:solidFill>
                  <a:srgbClr val="FFFFFF"/>
                </a:solidFill>
                <a:latin typeface="Arial"/>
                <a:ea typeface="Arial"/>
                <a:cs typeface="Arial"/>
              </a:rPr>
              <a:t>Рассматривает связанное дело</a:t>
            </a:r>
          </a:p>
          <a:p xmlns:a="http://schemas.openxmlformats.org/drawingml/2006/main">
            <a:pPr algn="l">
              <a:defRPr sz="2175" b="0">
                <a:solidFill>
                  <a:srgbClr val="FFFFFF"/>
                </a:solidFill>
              </a:defRPr>
            </a:pPr>
            <a:r>
              <a:rPr sz="2175" b="0">
                <a:solidFill>
                  <a:srgbClr val="FFFFFF"/>
                </a:solidFill>
                <a:latin typeface="Arial"/>
                <a:ea typeface="Arial"/>
                <a:cs typeface="Arial"/>
              </a:rPr>
              <a:t>Разделяет риск и кредитную политику</a:t>
            </a:r>
          </a:p>
          <a:p xmlns:a="http://schemas.openxmlformats.org/drawingml/2006/main">
            <a:pPr algn="l">
              <a:defRPr sz="2175" b="0">
                <a:solidFill>
                  <a:srgbClr val="FFFFFF"/>
                </a:solidFill>
              </a:defRPr>
            </a:pPr>
            <a:r>
              <a:rPr sz="2175" b="0">
                <a:solidFill>
                  <a:srgbClr val="FFFFFF"/>
                </a:solidFill>
                <a:latin typeface="Arial"/>
                <a:ea typeface="Arial"/>
                <a:cs typeface="Arial"/>
              </a:rPr>
              <a:t>Сохраняет версии и основания</a:t>
            </a:r>
          </a:p>
        </p:txBody>
      </p:sp>
      <p:sp>
        <p:nvSpPr>
          <p:cNvPr id="10" name="OCR и помощник сопровождают клиента внутри кабинета">
            <a:extLst xmlns:a="http://schemas.openxmlformats.org/drawingml/2006/main">
              <a:ext uri="{FF2B5EF4-FFF2-40B4-BE49-F238E27FC236}">
                <a16:creationId xmlns:a16="http://schemas.microsoft.com/office/drawing/2014/main" id="{7352B79F-A953-407B-ABE5-5B03485BF9A8}"/>
              </a:ext>
            </a:extLst>
          </p:cNvPr>
          <p:cNvSpPr>
            <a:spLocks xmlns:a="http://schemas.openxmlformats.org/drawingml/2006/main" noGrp="1"/>
          </p:cNvSpPr>
          <p:nvPr/>
        </p:nvSpPr>
        <p:spPr>
          <a:xfrm xmlns:a="http://schemas.openxmlformats.org/drawingml/2006/main">
            <a:off x="533400" y="5562600"/>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1">
                <a:solidFill>
                  <a:srgbClr val="FFFFFF"/>
                </a:solidFill>
                <a:latin typeface="Arial"/>
                <a:ea typeface="Arial"/>
                <a:cs typeface="Arial"/>
              </a:defRPr>
            </a:defPPr>
            <a:lvl1pPr algn="l">
              <a:defRPr sz="2250" b="1">
                <a:solidFill>
                  <a:srgbClr val="FFFFFF"/>
                </a:solidFill>
                <a:latin typeface="Arial"/>
                <a:ea typeface="Arial"/>
                <a:cs typeface="Arial"/>
              </a:defRPr>
            </a:lvl1pPr>
            <a:lvl2pPr algn="l">
              <a:defRPr sz="2250" b="1">
                <a:solidFill>
                  <a:srgbClr val="FFFFFF"/>
                </a:solidFill>
                <a:latin typeface="Arial"/>
                <a:ea typeface="Arial"/>
                <a:cs typeface="Arial"/>
              </a:defRPr>
            </a:lvl2pPr>
            <a:lvl3pPr algn="l">
              <a:defRPr sz="2250" b="1">
                <a:solidFill>
                  <a:srgbClr val="FFFFFF"/>
                </a:solidFill>
                <a:latin typeface="Arial"/>
                <a:ea typeface="Arial"/>
                <a:cs typeface="Arial"/>
              </a:defRPr>
            </a:lvl3pPr>
            <a:lvl4pPr algn="l">
              <a:defRPr sz="2250" b="1">
                <a:solidFill>
                  <a:srgbClr val="FFFFFF"/>
                </a:solidFill>
                <a:latin typeface="Arial"/>
                <a:ea typeface="Arial"/>
                <a:cs typeface="Arial"/>
              </a:defRPr>
            </a:lvl4pPr>
            <a:lvl5pPr algn="l">
              <a:defRPr sz="2250" b="1">
                <a:solidFill>
                  <a:srgbClr val="FFFFFF"/>
                </a:solidFill>
                <a:latin typeface="Arial"/>
                <a:ea typeface="Arial"/>
                <a:cs typeface="Arial"/>
              </a:defRPr>
            </a:lvl5pPr>
            <a:lvl6pPr algn="l">
              <a:defRPr sz="2250" b="1">
                <a:solidFill>
                  <a:srgbClr val="FFFFFF"/>
                </a:solidFill>
                <a:latin typeface="Arial"/>
                <a:ea typeface="Arial"/>
                <a:cs typeface="Arial"/>
              </a:defRPr>
            </a:lvl6pPr>
            <a:lvl7pPr algn="l">
              <a:defRPr sz="2250" b="1">
                <a:solidFill>
                  <a:srgbClr val="FFFFFF"/>
                </a:solidFill>
                <a:latin typeface="Arial"/>
                <a:ea typeface="Arial"/>
                <a:cs typeface="Arial"/>
              </a:defRPr>
            </a:lvl7pPr>
            <a:lvl8pPr algn="l">
              <a:defRPr sz="2250" b="1">
                <a:solidFill>
                  <a:srgbClr val="FFFFFF"/>
                </a:solidFill>
                <a:latin typeface="Arial"/>
                <a:ea typeface="Arial"/>
                <a:cs typeface="Arial"/>
              </a:defRPr>
            </a:lvl8pPr>
            <a:lvl9pPr algn="l">
              <a:defRPr sz="2250" b="1">
                <a:solidFill>
                  <a:srgbClr val="FFFFFF"/>
                </a:solidFill>
                <a:latin typeface="Arial"/>
                <a:ea typeface="Arial"/>
                <a:cs typeface="Arial"/>
              </a:defRPr>
            </a:lvl9pPr>
          </a:lstStyle>
          <a:p xmlns:a="http://schemas.openxmlformats.org/drawingml/2006/main">
            <a:pPr algn="l">
              <a:defRPr sz="2250" b="1">
                <a:solidFill>
                  <a:srgbClr val="FFFFFF"/>
                </a:solidFill>
              </a:defRPr>
            </a:pPr>
            <a:r>
              <a:rPr sz="2250" b="1">
                <a:solidFill>
                  <a:srgbClr val="FFFFFF"/>
                </a:solidFill>
                <a:latin typeface="Arial"/>
                <a:ea typeface="Arial"/>
                <a:cs typeface="Arial"/>
              </a:rPr>
              <a:t>OCR и помощник сопровождают клиента внутри кабинета</a:t>
            </a:r>
          </a:p>
        </p:txBody>
      </p:sp>
    </p:spTree>
    <p:extLst>
      <p:ext uri="{BB962C8B-B14F-4D97-AF65-F5344CB8AC3E}">
        <p14:creationId xmlns:p14="http://schemas.microsoft.com/office/powerpoint/2010/main" val="10714117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B488A71C-1CD5-4594-9741-F0444A0EC055}"/>
              </a:ext>
            </a:extLst>
          </p:cNvPr>
          <p:cNvCxnSpPr>
            <a:stCxn xmlns:a="http://schemas.openxmlformats.org/drawingml/2006/main" id="16" idx="2"/>
            <a:endCxn xmlns:a="http://schemas.openxmlformats.org/drawingml/2006/main" id="17" idx="0"/>
          </p:cNvCxnSpPr>
          <p:nvPr/>
        </p:nvCxnSpPr>
        <p:spPr>
          <a:xfrm xmlns:a="http://schemas.openxmlformats.org/drawingml/2006/main" flipH="1">
            <a:off x="1771650" y="2752725"/>
            <a:ext cx="8572500" cy="1171575"/>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3" name="">
            <a:extLst xmlns:a="http://schemas.openxmlformats.org/drawingml/2006/main">
              <a:ext uri="{FF2B5EF4-FFF2-40B4-BE49-F238E27FC236}">
                <a16:creationId xmlns:a16="http://schemas.microsoft.com/office/drawing/2014/main" id="{0C4DA88D-ABB9-49DB-ADF4-9BDA4E1AB3A8}"/>
              </a:ext>
            </a:extLst>
          </p:cNvPr>
          <p:cNvCxnSpPr>
            <a:stCxn xmlns:a="http://schemas.openxmlformats.org/drawingml/2006/main" id="19" idx="3"/>
            <a:endCxn xmlns:a="http://schemas.openxmlformats.org/drawingml/2006/main" id="20" idx="1"/>
          </p:cNvCxnSpPr>
          <p:nvPr/>
        </p:nvCxnSpPr>
        <p:spPr>
          <a:xfrm xmlns:a="http://schemas.openxmlformats.org/drawingml/2006/main">
            <a:off x="8648700" y="4324350"/>
            <a:ext cx="533400" cy="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4" name="">
            <a:extLst xmlns:a="http://schemas.openxmlformats.org/drawingml/2006/main">
              <a:ext uri="{FF2B5EF4-FFF2-40B4-BE49-F238E27FC236}">
                <a16:creationId xmlns:a16="http://schemas.microsoft.com/office/drawing/2014/main" id="{DF01071A-EDDF-4DF6-87C0-AAD7DA9B9E88}"/>
              </a:ext>
            </a:extLst>
          </p:cNvPr>
          <p:cNvCxnSpPr>
            <a:stCxn xmlns:a="http://schemas.openxmlformats.org/drawingml/2006/main" id="15" idx="3"/>
            <a:endCxn xmlns:a="http://schemas.openxmlformats.org/drawingml/2006/main" id="16" idx="1"/>
          </p:cNvCxnSpPr>
          <p:nvPr/>
        </p:nvCxnSpPr>
        <p:spPr>
          <a:xfrm xmlns:a="http://schemas.openxmlformats.org/drawingml/2006/main">
            <a:off x="8648700" y="2352675"/>
            <a:ext cx="533400" cy="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5" name="">
            <a:extLst xmlns:a="http://schemas.openxmlformats.org/drawingml/2006/main">
              <a:ext uri="{FF2B5EF4-FFF2-40B4-BE49-F238E27FC236}">
                <a16:creationId xmlns:a16="http://schemas.microsoft.com/office/drawing/2014/main" id="{A99C3311-521C-4563-BF2F-42F1FD5B4C19}"/>
              </a:ext>
            </a:extLst>
          </p:cNvPr>
          <p:cNvCxnSpPr>
            <a:stCxn xmlns:a="http://schemas.openxmlformats.org/drawingml/2006/main" id="18" idx="3"/>
            <a:endCxn xmlns:a="http://schemas.openxmlformats.org/drawingml/2006/main" id="19" idx="1"/>
          </p:cNvCxnSpPr>
          <p:nvPr/>
        </p:nvCxnSpPr>
        <p:spPr>
          <a:xfrm xmlns:a="http://schemas.openxmlformats.org/drawingml/2006/main">
            <a:off x="5791200" y="4324350"/>
            <a:ext cx="533400" cy="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6" name="">
            <a:extLst xmlns:a="http://schemas.openxmlformats.org/drawingml/2006/main">
              <a:ext uri="{FF2B5EF4-FFF2-40B4-BE49-F238E27FC236}">
                <a16:creationId xmlns:a16="http://schemas.microsoft.com/office/drawing/2014/main" id="{5A8E0D25-D730-483F-836C-F2498C213500}"/>
              </a:ext>
            </a:extLst>
          </p:cNvPr>
          <p:cNvCxnSpPr>
            <a:stCxn xmlns:a="http://schemas.openxmlformats.org/drawingml/2006/main" id="14" idx="3"/>
            <a:endCxn xmlns:a="http://schemas.openxmlformats.org/drawingml/2006/main" id="15" idx="1"/>
          </p:cNvCxnSpPr>
          <p:nvPr/>
        </p:nvCxnSpPr>
        <p:spPr>
          <a:xfrm xmlns:a="http://schemas.openxmlformats.org/drawingml/2006/main">
            <a:off x="5791200" y="2352675"/>
            <a:ext cx="533400" cy="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7" name="">
            <a:extLst xmlns:a="http://schemas.openxmlformats.org/drawingml/2006/main">
              <a:ext uri="{FF2B5EF4-FFF2-40B4-BE49-F238E27FC236}">
                <a16:creationId xmlns:a16="http://schemas.microsoft.com/office/drawing/2014/main" id="{574CC880-FBCC-452B-B1DE-9DD6D74B254B}"/>
              </a:ext>
            </a:extLst>
          </p:cNvPr>
          <p:cNvCxnSpPr>
            <a:stCxn xmlns:a="http://schemas.openxmlformats.org/drawingml/2006/main" id="17" idx="3"/>
            <a:endCxn xmlns:a="http://schemas.openxmlformats.org/drawingml/2006/main" id="18" idx="1"/>
          </p:cNvCxnSpPr>
          <p:nvPr/>
        </p:nvCxnSpPr>
        <p:spPr>
          <a:xfrm xmlns:a="http://schemas.openxmlformats.org/drawingml/2006/main">
            <a:off x="2933700" y="4324350"/>
            <a:ext cx="533400" cy="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8" name="">
            <a:extLst xmlns:a="http://schemas.openxmlformats.org/drawingml/2006/main">
              <a:ext uri="{FF2B5EF4-FFF2-40B4-BE49-F238E27FC236}">
                <a16:creationId xmlns:a16="http://schemas.microsoft.com/office/drawing/2014/main" id="{57E9C6E8-6C6D-46BB-BA8D-EC3011EDD34C}"/>
              </a:ext>
            </a:extLst>
          </p:cNvPr>
          <p:cNvCxnSpPr>
            <a:stCxn xmlns:a="http://schemas.openxmlformats.org/drawingml/2006/main" id="13" idx="3"/>
            <a:endCxn xmlns:a="http://schemas.openxmlformats.org/drawingml/2006/main" id="14" idx="1"/>
          </p:cNvCxnSpPr>
          <p:nvPr/>
        </p:nvCxnSpPr>
        <p:spPr>
          <a:xfrm xmlns:a="http://schemas.openxmlformats.org/drawingml/2006/main">
            <a:off x="2933700" y="2352675"/>
            <a:ext cx="533400" cy="0"/>
          </a:xfrm>
          <a:prstGeom xmlns:a="http://schemas.openxmlformats.org/drawingml/2006/main" prst="straightConnector1">
            <a:avLst/>
          </a:prstGeom>
          <a:ln xmlns:a="http://schemas.openxmlformats.org/drawingml/2006/main" w="19050">
            <a:solidFill>
              <a:srgbClr val="777777"/>
            </a:solidFill>
            <a:tailEnd type="arrow" w="med" len="med"/>
          </a:ln>
        </p:spPr>
      </p:cxnSp>
      <p:sp>
        <p:nvSpPr>
          <p:cNvPr id="9" name="АЛЬФА ХАК 2026">
            <a:extLst xmlns:a="http://schemas.openxmlformats.org/drawingml/2006/main">
              <a:ext uri="{FF2B5EF4-FFF2-40B4-BE49-F238E27FC236}">
                <a16:creationId xmlns:a16="http://schemas.microsoft.com/office/drawing/2014/main" id="{3755B33C-2075-4798-85EF-00C6E4835C45}"/>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52B22"/>
                </a:solidFill>
                <a:latin typeface="Arial"/>
                <a:ea typeface="Arial"/>
                <a:cs typeface="Arial"/>
              </a:defRPr>
            </a:defPPr>
            <a:lvl1pPr algn="l">
              <a:defRPr sz="975" b="1">
                <a:solidFill>
                  <a:srgbClr val="F52B22"/>
                </a:solidFill>
                <a:latin typeface="Arial"/>
                <a:ea typeface="Arial"/>
                <a:cs typeface="Arial"/>
              </a:defRPr>
            </a:lvl1pPr>
            <a:lvl2pPr algn="l">
              <a:defRPr sz="975" b="1">
                <a:solidFill>
                  <a:srgbClr val="F52B22"/>
                </a:solidFill>
                <a:latin typeface="Arial"/>
                <a:ea typeface="Arial"/>
                <a:cs typeface="Arial"/>
              </a:defRPr>
            </a:lvl2pPr>
            <a:lvl3pPr algn="l">
              <a:defRPr sz="975" b="1">
                <a:solidFill>
                  <a:srgbClr val="F52B22"/>
                </a:solidFill>
                <a:latin typeface="Arial"/>
                <a:ea typeface="Arial"/>
                <a:cs typeface="Arial"/>
              </a:defRPr>
            </a:lvl3pPr>
            <a:lvl4pPr algn="l">
              <a:defRPr sz="975" b="1">
                <a:solidFill>
                  <a:srgbClr val="F52B22"/>
                </a:solidFill>
                <a:latin typeface="Arial"/>
                <a:ea typeface="Arial"/>
                <a:cs typeface="Arial"/>
              </a:defRPr>
            </a:lvl4pPr>
            <a:lvl5pPr algn="l">
              <a:defRPr sz="975" b="1">
                <a:solidFill>
                  <a:srgbClr val="F52B22"/>
                </a:solidFill>
                <a:latin typeface="Arial"/>
                <a:ea typeface="Arial"/>
                <a:cs typeface="Arial"/>
              </a:defRPr>
            </a:lvl5pPr>
            <a:lvl6pPr algn="l">
              <a:defRPr sz="975" b="1">
                <a:solidFill>
                  <a:srgbClr val="F52B22"/>
                </a:solidFill>
                <a:latin typeface="Arial"/>
                <a:ea typeface="Arial"/>
                <a:cs typeface="Arial"/>
              </a:defRPr>
            </a:lvl6pPr>
            <a:lvl7pPr algn="l">
              <a:defRPr sz="975" b="1">
                <a:solidFill>
                  <a:srgbClr val="F52B22"/>
                </a:solidFill>
                <a:latin typeface="Arial"/>
                <a:ea typeface="Arial"/>
                <a:cs typeface="Arial"/>
              </a:defRPr>
            </a:lvl7pPr>
            <a:lvl8pPr algn="l">
              <a:defRPr sz="975" b="1">
                <a:solidFill>
                  <a:srgbClr val="F52B22"/>
                </a:solidFill>
                <a:latin typeface="Arial"/>
                <a:ea typeface="Arial"/>
                <a:cs typeface="Arial"/>
              </a:defRPr>
            </a:lvl8pPr>
            <a:lvl9pPr algn="l">
              <a:defRPr sz="975" b="1">
                <a:solidFill>
                  <a:srgbClr val="F52B22"/>
                </a:solidFill>
                <a:latin typeface="Arial"/>
                <a:ea typeface="Arial"/>
                <a:cs typeface="Arial"/>
              </a:defRPr>
            </a:lvl9pPr>
          </a:lstStyle>
          <a:p xmlns:a="http://schemas.openxmlformats.org/drawingml/2006/main">
            <a:pPr algn="l">
              <a:defRPr sz="975" b="1">
                <a:solidFill>
                  <a:srgbClr val="F52B22"/>
                </a:solidFill>
              </a:defRPr>
            </a:pPr>
            <a:r>
              <a:rPr sz="975" b="1">
                <a:solidFill>
                  <a:srgbClr val="F52B22"/>
                </a:solidFill>
                <a:latin typeface="Arial"/>
                <a:ea typeface="Arial"/>
                <a:cs typeface="Arial"/>
              </a:rPr>
              <a:t>АЛЬФА ХАК 2026</a:t>
            </a:r>
          </a:p>
        </p:txBody>
      </p:sp>
      <p:sp>
        <p:nvSpPr>
          <p:cNvPr id="10" name="Сквозной путь предпринимателя">
            <a:extLst xmlns:a="http://schemas.openxmlformats.org/drawingml/2006/main">
              <a:ext uri="{FF2B5EF4-FFF2-40B4-BE49-F238E27FC236}">
                <a16:creationId xmlns:a16="http://schemas.microsoft.com/office/drawing/2014/main" id="{6A5A3A3A-C64E-4132-974A-FAD308FD72D4}"/>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171717"/>
                </a:solidFill>
                <a:latin typeface="Arial"/>
                <a:ea typeface="Arial"/>
                <a:cs typeface="Arial"/>
              </a:defRPr>
            </a:defPPr>
            <a:lvl1pPr algn="l">
              <a:defRPr sz="3675" b="1">
                <a:solidFill>
                  <a:srgbClr val="171717"/>
                </a:solidFill>
                <a:latin typeface="Arial"/>
                <a:ea typeface="Arial"/>
                <a:cs typeface="Arial"/>
              </a:defRPr>
            </a:lvl1pPr>
            <a:lvl2pPr algn="l">
              <a:defRPr sz="3675" b="1">
                <a:solidFill>
                  <a:srgbClr val="171717"/>
                </a:solidFill>
                <a:latin typeface="Arial"/>
                <a:ea typeface="Arial"/>
                <a:cs typeface="Arial"/>
              </a:defRPr>
            </a:lvl2pPr>
            <a:lvl3pPr algn="l">
              <a:defRPr sz="3675" b="1">
                <a:solidFill>
                  <a:srgbClr val="171717"/>
                </a:solidFill>
                <a:latin typeface="Arial"/>
                <a:ea typeface="Arial"/>
                <a:cs typeface="Arial"/>
              </a:defRPr>
            </a:lvl3pPr>
            <a:lvl4pPr algn="l">
              <a:defRPr sz="3675" b="1">
                <a:solidFill>
                  <a:srgbClr val="171717"/>
                </a:solidFill>
                <a:latin typeface="Arial"/>
                <a:ea typeface="Arial"/>
                <a:cs typeface="Arial"/>
              </a:defRPr>
            </a:lvl4pPr>
            <a:lvl5pPr algn="l">
              <a:defRPr sz="3675" b="1">
                <a:solidFill>
                  <a:srgbClr val="171717"/>
                </a:solidFill>
                <a:latin typeface="Arial"/>
                <a:ea typeface="Arial"/>
                <a:cs typeface="Arial"/>
              </a:defRPr>
            </a:lvl5pPr>
            <a:lvl6pPr algn="l">
              <a:defRPr sz="3675" b="1">
                <a:solidFill>
                  <a:srgbClr val="171717"/>
                </a:solidFill>
                <a:latin typeface="Arial"/>
                <a:ea typeface="Arial"/>
                <a:cs typeface="Arial"/>
              </a:defRPr>
            </a:lvl6pPr>
            <a:lvl7pPr algn="l">
              <a:defRPr sz="3675" b="1">
                <a:solidFill>
                  <a:srgbClr val="171717"/>
                </a:solidFill>
                <a:latin typeface="Arial"/>
                <a:ea typeface="Arial"/>
                <a:cs typeface="Arial"/>
              </a:defRPr>
            </a:lvl7pPr>
            <a:lvl8pPr algn="l">
              <a:defRPr sz="3675" b="1">
                <a:solidFill>
                  <a:srgbClr val="171717"/>
                </a:solidFill>
                <a:latin typeface="Arial"/>
                <a:ea typeface="Arial"/>
                <a:cs typeface="Arial"/>
              </a:defRPr>
            </a:lvl8pPr>
            <a:lvl9pPr algn="l">
              <a:defRPr sz="3675" b="1">
                <a:solidFill>
                  <a:srgbClr val="171717"/>
                </a:solidFill>
                <a:latin typeface="Arial"/>
                <a:ea typeface="Arial"/>
                <a:cs typeface="Arial"/>
              </a:defRPr>
            </a:lvl9pPr>
          </a:lstStyle>
          <a:p xmlns:a="http://schemas.openxmlformats.org/drawingml/2006/main">
            <a:pPr algn="l">
              <a:defRPr sz="3675" b="1">
                <a:solidFill>
                  <a:srgbClr val="171717"/>
                </a:solidFill>
              </a:defRPr>
            </a:pPr>
            <a:r>
              <a:rPr sz="3675" b="1">
                <a:solidFill>
                  <a:srgbClr val="171717"/>
                </a:solidFill>
                <a:latin typeface="Arial"/>
                <a:ea typeface="Arial"/>
                <a:cs typeface="Arial"/>
              </a:rPr>
              <a:t>Сквозной путь предпринимателя</a:t>
            </a:r>
          </a:p>
        </p:txBody>
      </p:sp>
      <p:sp>
        <p:nvSpPr>
          <p:cNvPr id="11" name="Поток / Gambit_Yvaga">
            <a:extLst xmlns:a="http://schemas.openxmlformats.org/drawingml/2006/main">
              <a:ext uri="{FF2B5EF4-FFF2-40B4-BE49-F238E27FC236}">
                <a16:creationId xmlns:a16="http://schemas.microsoft.com/office/drawing/2014/main" id="{EFAE50C6-AA11-438D-9336-D81875C4DA52}"/>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626262"/>
                </a:solidFill>
                <a:latin typeface="Arial"/>
                <a:ea typeface="Arial"/>
                <a:cs typeface="Arial"/>
              </a:defRPr>
            </a:defPPr>
            <a:lvl1pPr algn="l">
              <a:defRPr sz="1125" b="0">
                <a:solidFill>
                  <a:srgbClr val="626262"/>
                </a:solidFill>
                <a:latin typeface="Arial"/>
                <a:ea typeface="Arial"/>
                <a:cs typeface="Arial"/>
              </a:defRPr>
            </a:lvl1pPr>
            <a:lvl2pPr algn="l">
              <a:defRPr sz="1125" b="0">
                <a:solidFill>
                  <a:srgbClr val="626262"/>
                </a:solidFill>
                <a:latin typeface="Arial"/>
                <a:ea typeface="Arial"/>
                <a:cs typeface="Arial"/>
              </a:defRPr>
            </a:lvl2pPr>
            <a:lvl3pPr algn="l">
              <a:defRPr sz="1125" b="0">
                <a:solidFill>
                  <a:srgbClr val="626262"/>
                </a:solidFill>
                <a:latin typeface="Arial"/>
                <a:ea typeface="Arial"/>
                <a:cs typeface="Arial"/>
              </a:defRPr>
            </a:lvl3pPr>
            <a:lvl4pPr algn="l">
              <a:defRPr sz="1125" b="0">
                <a:solidFill>
                  <a:srgbClr val="626262"/>
                </a:solidFill>
                <a:latin typeface="Arial"/>
                <a:ea typeface="Arial"/>
                <a:cs typeface="Arial"/>
              </a:defRPr>
            </a:lvl4pPr>
            <a:lvl5pPr algn="l">
              <a:defRPr sz="1125" b="0">
                <a:solidFill>
                  <a:srgbClr val="626262"/>
                </a:solidFill>
                <a:latin typeface="Arial"/>
                <a:ea typeface="Arial"/>
                <a:cs typeface="Arial"/>
              </a:defRPr>
            </a:lvl5pPr>
            <a:lvl6pPr algn="l">
              <a:defRPr sz="1125" b="0">
                <a:solidFill>
                  <a:srgbClr val="626262"/>
                </a:solidFill>
                <a:latin typeface="Arial"/>
                <a:ea typeface="Arial"/>
                <a:cs typeface="Arial"/>
              </a:defRPr>
            </a:lvl6pPr>
            <a:lvl7pPr algn="l">
              <a:defRPr sz="1125" b="0">
                <a:solidFill>
                  <a:srgbClr val="626262"/>
                </a:solidFill>
                <a:latin typeface="Arial"/>
                <a:ea typeface="Arial"/>
                <a:cs typeface="Arial"/>
              </a:defRPr>
            </a:lvl7pPr>
            <a:lvl8pPr algn="l">
              <a:defRPr sz="1125" b="0">
                <a:solidFill>
                  <a:srgbClr val="626262"/>
                </a:solidFill>
                <a:latin typeface="Arial"/>
                <a:ea typeface="Arial"/>
                <a:cs typeface="Arial"/>
              </a:defRPr>
            </a:lvl8pPr>
            <a:lvl9pPr algn="l">
              <a:defRPr sz="1125" b="0">
                <a:solidFill>
                  <a:srgbClr val="626262"/>
                </a:solidFill>
                <a:latin typeface="Arial"/>
                <a:ea typeface="Arial"/>
                <a:cs typeface="Arial"/>
              </a:defRPr>
            </a:lvl9pPr>
          </a:lstStyle>
          <a:p xmlns:a="http://schemas.openxmlformats.org/drawingml/2006/main">
            <a:pPr algn="l">
              <a:defRPr sz="1125" b="0">
                <a:solidFill>
                  <a:srgbClr val="626262"/>
                </a:solidFill>
              </a:defRPr>
            </a:pPr>
            <a:r>
              <a:rPr sz="1125" b="0">
                <a:solidFill>
                  <a:srgbClr val="626262"/>
                </a:solidFill>
                <a:latin typeface="Arial"/>
                <a:ea typeface="Arial"/>
                <a:cs typeface="Arial"/>
              </a:rPr>
              <a:t>Поток / Gambit_Yvaga</a:t>
            </a:r>
          </a:p>
        </p:txBody>
      </p:sp>
      <p:sp>
        <p:nvSpPr>
          <p:cNvPr id="12" name="04">
            <a:extLst xmlns:a="http://schemas.openxmlformats.org/drawingml/2006/main">
              <a:ext uri="{FF2B5EF4-FFF2-40B4-BE49-F238E27FC236}">
                <a16:creationId xmlns:a16="http://schemas.microsoft.com/office/drawing/2014/main" id="{C20C190D-9993-4DC1-9D10-777F9D006F24}"/>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626262"/>
                </a:solidFill>
                <a:latin typeface="Arial"/>
                <a:ea typeface="Arial"/>
                <a:cs typeface="Arial"/>
              </a:defRPr>
            </a:defPPr>
            <a:lvl1pPr algn="r">
              <a:defRPr sz="1125" b="0">
                <a:solidFill>
                  <a:srgbClr val="626262"/>
                </a:solidFill>
                <a:latin typeface="Arial"/>
                <a:ea typeface="Arial"/>
                <a:cs typeface="Arial"/>
              </a:defRPr>
            </a:lvl1pPr>
            <a:lvl2pPr algn="r">
              <a:defRPr sz="1125" b="0">
                <a:solidFill>
                  <a:srgbClr val="626262"/>
                </a:solidFill>
                <a:latin typeface="Arial"/>
                <a:ea typeface="Arial"/>
                <a:cs typeface="Arial"/>
              </a:defRPr>
            </a:lvl2pPr>
            <a:lvl3pPr algn="r">
              <a:defRPr sz="1125" b="0">
                <a:solidFill>
                  <a:srgbClr val="626262"/>
                </a:solidFill>
                <a:latin typeface="Arial"/>
                <a:ea typeface="Arial"/>
                <a:cs typeface="Arial"/>
              </a:defRPr>
            </a:lvl3pPr>
            <a:lvl4pPr algn="r">
              <a:defRPr sz="1125" b="0">
                <a:solidFill>
                  <a:srgbClr val="626262"/>
                </a:solidFill>
                <a:latin typeface="Arial"/>
                <a:ea typeface="Arial"/>
                <a:cs typeface="Arial"/>
              </a:defRPr>
            </a:lvl4pPr>
            <a:lvl5pPr algn="r">
              <a:defRPr sz="1125" b="0">
                <a:solidFill>
                  <a:srgbClr val="626262"/>
                </a:solidFill>
                <a:latin typeface="Arial"/>
                <a:ea typeface="Arial"/>
                <a:cs typeface="Arial"/>
              </a:defRPr>
            </a:lvl5pPr>
            <a:lvl6pPr algn="r">
              <a:defRPr sz="1125" b="0">
                <a:solidFill>
                  <a:srgbClr val="626262"/>
                </a:solidFill>
                <a:latin typeface="Arial"/>
                <a:ea typeface="Arial"/>
                <a:cs typeface="Arial"/>
              </a:defRPr>
            </a:lvl6pPr>
            <a:lvl7pPr algn="r">
              <a:defRPr sz="1125" b="0">
                <a:solidFill>
                  <a:srgbClr val="626262"/>
                </a:solidFill>
                <a:latin typeface="Arial"/>
                <a:ea typeface="Arial"/>
                <a:cs typeface="Arial"/>
              </a:defRPr>
            </a:lvl7pPr>
            <a:lvl8pPr algn="r">
              <a:defRPr sz="1125" b="0">
                <a:solidFill>
                  <a:srgbClr val="626262"/>
                </a:solidFill>
                <a:latin typeface="Arial"/>
                <a:ea typeface="Arial"/>
                <a:cs typeface="Arial"/>
              </a:defRPr>
            </a:lvl8pPr>
            <a:lvl9pPr algn="r">
              <a:defRPr sz="1125" b="0">
                <a:solidFill>
                  <a:srgbClr val="626262"/>
                </a:solidFill>
                <a:latin typeface="Arial"/>
                <a:ea typeface="Arial"/>
                <a:cs typeface="Arial"/>
              </a:defRPr>
            </a:lvl9pPr>
          </a:lstStyle>
          <a:p xmlns:a="http://schemas.openxmlformats.org/drawingml/2006/main">
            <a:pPr algn="r">
              <a:defRPr sz="1125" b="0">
                <a:solidFill>
                  <a:srgbClr val="626262"/>
                </a:solidFill>
              </a:defRPr>
            </a:pPr>
            <a:r>
              <a:rPr sz="1125" b="0">
                <a:solidFill>
                  <a:srgbClr val="626262"/>
                </a:solidFill>
                <a:latin typeface="Arial"/>
                <a:ea typeface="Arial"/>
                <a:cs typeface="Arial"/>
              </a:rPr>
              <a:t>04</a:t>
            </a:r>
          </a:p>
        </p:txBody>
      </p:sp>
      <p:sp>
        <p:nvSpPr>
          <p:cNvPr id="13" name="Потребность">
            <a:extLst xmlns:a="http://schemas.openxmlformats.org/drawingml/2006/main">
              <a:ext uri="{FF2B5EF4-FFF2-40B4-BE49-F238E27FC236}">
                <a16:creationId xmlns:a16="http://schemas.microsoft.com/office/drawing/2014/main" id="{E5CC6FBD-16BC-4EB5-9EAC-948E052F2492}"/>
              </a:ext>
            </a:extLst>
          </p:cNvPr>
          <p:cNvSpPr>
            <a:spLocks xmlns:a="http://schemas.openxmlformats.org/drawingml/2006/main" noGrp="1"/>
          </p:cNvSpPr>
          <p:nvPr/>
        </p:nvSpPr>
        <p:spPr>
          <a:xfrm xmlns:a="http://schemas.openxmlformats.org/drawingml/2006/main">
            <a:off x="609600" y="1952625"/>
            <a:ext cx="2324100" cy="800100"/>
          </a:xfrm>
          <a:prstGeom xmlns:a="http://schemas.openxmlformats.org/drawingml/2006/main" prst="rect">
            <a:avLst/>
          </a:prstGeom>
          <a:solidFill xmlns:a="http://schemas.openxmlformats.org/drawingml/2006/main">
            <a:srgbClr val="F52B22"/>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FFFFFF"/>
                </a:solidFill>
                <a:latin typeface="Arial"/>
                <a:ea typeface="Arial"/>
                <a:cs typeface="Arial"/>
              </a:defRPr>
            </a:defPPr>
            <a:lvl1pPr algn="ctr">
              <a:defRPr sz="1800" b="1">
                <a:solidFill>
                  <a:srgbClr val="FFFFFF"/>
                </a:solidFill>
                <a:latin typeface="Arial"/>
                <a:ea typeface="Arial"/>
                <a:cs typeface="Arial"/>
              </a:defRPr>
            </a:lvl1pPr>
            <a:lvl2pPr algn="ctr">
              <a:defRPr sz="1800" b="1">
                <a:solidFill>
                  <a:srgbClr val="FFFFFF"/>
                </a:solidFill>
                <a:latin typeface="Arial"/>
                <a:ea typeface="Arial"/>
                <a:cs typeface="Arial"/>
              </a:defRPr>
            </a:lvl2pPr>
            <a:lvl3pPr algn="ctr">
              <a:defRPr sz="1800" b="1">
                <a:solidFill>
                  <a:srgbClr val="FFFFFF"/>
                </a:solidFill>
                <a:latin typeface="Arial"/>
                <a:ea typeface="Arial"/>
                <a:cs typeface="Arial"/>
              </a:defRPr>
            </a:lvl3pPr>
            <a:lvl4pPr algn="ctr">
              <a:defRPr sz="1800" b="1">
                <a:solidFill>
                  <a:srgbClr val="FFFFFF"/>
                </a:solidFill>
                <a:latin typeface="Arial"/>
                <a:ea typeface="Arial"/>
                <a:cs typeface="Arial"/>
              </a:defRPr>
            </a:lvl4pPr>
            <a:lvl5pPr algn="ctr">
              <a:defRPr sz="1800" b="1">
                <a:solidFill>
                  <a:srgbClr val="FFFFFF"/>
                </a:solidFill>
                <a:latin typeface="Arial"/>
                <a:ea typeface="Arial"/>
                <a:cs typeface="Arial"/>
              </a:defRPr>
            </a:lvl5pPr>
            <a:lvl6pPr algn="ctr">
              <a:defRPr sz="1800" b="1">
                <a:solidFill>
                  <a:srgbClr val="FFFFFF"/>
                </a:solidFill>
                <a:latin typeface="Arial"/>
                <a:ea typeface="Arial"/>
                <a:cs typeface="Arial"/>
              </a:defRPr>
            </a:lvl6pPr>
            <a:lvl7pPr algn="ctr">
              <a:defRPr sz="1800" b="1">
                <a:solidFill>
                  <a:srgbClr val="FFFFFF"/>
                </a:solidFill>
                <a:latin typeface="Arial"/>
                <a:ea typeface="Arial"/>
                <a:cs typeface="Arial"/>
              </a:defRPr>
            </a:lvl7pPr>
            <a:lvl8pPr algn="ctr">
              <a:defRPr sz="1800" b="1">
                <a:solidFill>
                  <a:srgbClr val="FFFFFF"/>
                </a:solidFill>
                <a:latin typeface="Arial"/>
                <a:ea typeface="Arial"/>
                <a:cs typeface="Arial"/>
              </a:defRPr>
            </a:lvl8pPr>
            <a:lvl9pPr algn="ctr">
              <a:defRPr sz="1800" b="1">
                <a:solidFill>
                  <a:srgbClr val="FFFFFF"/>
                </a:solidFill>
                <a:latin typeface="Arial"/>
                <a:ea typeface="Arial"/>
                <a:cs typeface="Arial"/>
              </a:defRPr>
            </a:lvl9pPr>
          </a:lstStyle>
          <a:p xmlns:a="http://schemas.openxmlformats.org/drawingml/2006/main">
            <a:pPr algn="ctr">
              <a:defRPr sz="1800" b="1">
                <a:solidFill>
                  <a:srgbClr val="FFFFFF"/>
                </a:solidFill>
              </a:defRPr>
            </a:pPr>
            <a:r>
              <a:rPr sz="1800" b="1">
                <a:solidFill>
                  <a:srgbClr val="FFFFFF"/>
                </a:solidFill>
                <a:latin typeface="Arial"/>
                <a:ea typeface="Arial"/>
                <a:cs typeface="Arial"/>
              </a:rPr>
              <a:t>Потребность</a:t>
            </a:r>
          </a:p>
        </p:txBody>
      </p:sp>
      <p:sp>
        <p:nvSpPr>
          <p:cNvPr id="14" name="Продукт">
            <a:extLst xmlns:a="http://schemas.openxmlformats.org/drawingml/2006/main">
              <a:ext uri="{FF2B5EF4-FFF2-40B4-BE49-F238E27FC236}">
                <a16:creationId xmlns:a16="http://schemas.microsoft.com/office/drawing/2014/main" id="{480E5EE1-3B60-4465-B6C5-9DED398D440F}"/>
              </a:ext>
            </a:extLst>
          </p:cNvPr>
          <p:cNvSpPr>
            <a:spLocks xmlns:a="http://schemas.openxmlformats.org/drawingml/2006/main" noGrp="1"/>
          </p:cNvSpPr>
          <p:nvPr/>
        </p:nvSpPr>
        <p:spPr>
          <a:xfrm xmlns:a="http://schemas.openxmlformats.org/drawingml/2006/main">
            <a:off x="3467100" y="1952625"/>
            <a:ext cx="2324100" cy="80010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Продукт</a:t>
            </a:r>
          </a:p>
        </p:txBody>
      </p:sp>
      <p:sp>
        <p:nvSpPr>
          <p:cNvPr id="15" name="Компания">
            <a:extLst xmlns:a="http://schemas.openxmlformats.org/drawingml/2006/main">
              <a:ext uri="{FF2B5EF4-FFF2-40B4-BE49-F238E27FC236}">
                <a16:creationId xmlns:a16="http://schemas.microsoft.com/office/drawing/2014/main" id="{742C3DCA-F303-4DF7-9024-363348D0C7AC}"/>
              </a:ext>
            </a:extLst>
          </p:cNvPr>
          <p:cNvSpPr>
            <a:spLocks xmlns:a="http://schemas.openxmlformats.org/drawingml/2006/main" noGrp="1"/>
          </p:cNvSpPr>
          <p:nvPr/>
        </p:nvSpPr>
        <p:spPr>
          <a:xfrm xmlns:a="http://schemas.openxmlformats.org/drawingml/2006/main">
            <a:off x="6324600" y="1952625"/>
            <a:ext cx="2324100" cy="80010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Компания</a:t>
            </a:r>
          </a:p>
        </p:txBody>
      </p:sp>
      <p:sp>
        <p:nvSpPr>
          <p:cNvPr id="16" name="Документы">
            <a:extLst xmlns:a="http://schemas.openxmlformats.org/drawingml/2006/main">
              <a:ext uri="{FF2B5EF4-FFF2-40B4-BE49-F238E27FC236}">
                <a16:creationId xmlns:a16="http://schemas.microsoft.com/office/drawing/2014/main" id="{0DC63BFD-4064-44C7-80BE-D5F48F393DDE}"/>
              </a:ext>
            </a:extLst>
          </p:cNvPr>
          <p:cNvSpPr>
            <a:spLocks xmlns:a="http://schemas.openxmlformats.org/drawingml/2006/main" noGrp="1"/>
          </p:cNvSpPr>
          <p:nvPr/>
        </p:nvSpPr>
        <p:spPr>
          <a:xfrm xmlns:a="http://schemas.openxmlformats.org/drawingml/2006/main">
            <a:off x="9182100" y="1952625"/>
            <a:ext cx="2324100" cy="80010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Документы</a:t>
            </a:r>
          </a:p>
        </p:txBody>
      </p:sp>
      <p:sp>
        <p:nvSpPr>
          <p:cNvPr id="17" name="Финансы">
            <a:extLst xmlns:a="http://schemas.openxmlformats.org/drawingml/2006/main">
              <a:ext uri="{FF2B5EF4-FFF2-40B4-BE49-F238E27FC236}">
                <a16:creationId xmlns:a16="http://schemas.microsoft.com/office/drawing/2014/main" id="{5516E602-CDD7-4497-B341-8E9FABE4BBD6}"/>
              </a:ext>
            </a:extLst>
          </p:cNvPr>
          <p:cNvSpPr>
            <a:spLocks xmlns:a="http://schemas.openxmlformats.org/drawingml/2006/main" noGrp="1"/>
          </p:cNvSpPr>
          <p:nvPr/>
        </p:nvSpPr>
        <p:spPr>
          <a:xfrm xmlns:a="http://schemas.openxmlformats.org/drawingml/2006/main">
            <a:off x="609600" y="3924300"/>
            <a:ext cx="2324100" cy="80010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Финансы</a:t>
            </a:r>
          </a:p>
        </p:txBody>
      </p:sp>
      <p:sp>
        <p:nvSpPr>
          <p:cNvPr id="18" name="Рассмотрение">
            <a:extLst xmlns:a="http://schemas.openxmlformats.org/drawingml/2006/main">
              <a:ext uri="{FF2B5EF4-FFF2-40B4-BE49-F238E27FC236}">
                <a16:creationId xmlns:a16="http://schemas.microsoft.com/office/drawing/2014/main" id="{5F858F02-7C0B-4DBC-AF5C-1E6AC3DD45BF}"/>
              </a:ext>
            </a:extLst>
          </p:cNvPr>
          <p:cNvSpPr>
            <a:spLocks xmlns:a="http://schemas.openxmlformats.org/drawingml/2006/main" noGrp="1"/>
          </p:cNvSpPr>
          <p:nvPr/>
        </p:nvSpPr>
        <p:spPr>
          <a:xfrm xmlns:a="http://schemas.openxmlformats.org/drawingml/2006/main">
            <a:off x="3467100" y="3924300"/>
            <a:ext cx="2324100" cy="80010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Рассмотрение</a:t>
            </a:r>
          </a:p>
        </p:txBody>
      </p:sp>
      <p:sp>
        <p:nvSpPr>
          <p:cNvPr id="19" name="Предложение">
            <a:extLst xmlns:a="http://schemas.openxmlformats.org/drawingml/2006/main">
              <a:ext uri="{FF2B5EF4-FFF2-40B4-BE49-F238E27FC236}">
                <a16:creationId xmlns:a16="http://schemas.microsoft.com/office/drawing/2014/main" id="{77BBF147-2109-4FA5-BB25-9EDB94A062DE}"/>
              </a:ext>
            </a:extLst>
          </p:cNvPr>
          <p:cNvSpPr>
            <a:spLocks xmlns:a="http://schemas.openxmlformats.org/drawingml/2006/main" noGrp="1"/>
          </p:cNvSpPr>
          <p:nvPr/>
        </p:nvSpPr>
        <p:spPr>
          <a:xfrm xmlns:a="http://schemas.openxmlformats.org/drawingml/2006/main">
            <a:off x="6324600" y="3924300"/>
            <a:ext cx="2324100" cy="80010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Предложение</a:t>
            </a:r>
          </a:p>
        </p:txBody>
      </p:sp>
      <p:sp>
        <p:nvSpPr>
          <p:cNvPr id="20" name="Демооформление">
            <a:extLst xmlns:a="http://schemas.openxmlformats.org/drawingml/2006/main">
              <a:ext uri="{FF2B5EF4-FFF2-40B4-BE49-F238E27FC236}">
                <a16:creationId xmlns:a16="http://schemas.microsoft.com/office/drawing/2014/main" id="{B706AFA8-7924-4D8B-8DCC-CB9B404DB3BB}"/>
              </a:ext>
            </a:extLst>
          </p:cNvPr>
          <p:cNvSpPr>
            <a:spLocks xmlns:a="http://schemas.openxmlformats.org/drawingml/2006/main" noGrp="1"/>
          </p:cNvSpPr>
          <p:nvPr/>
        </p:nvSpPr>
        <p:spPr>
          <a:xfrm xmlns:a="http://schemas.openxmlformats.org/drawingml/2006/main">
            <a:off x="9182100" y="3924300"/>
            <a:ext cx="2324100" cy="800100"/>
          </a:xfrm>
          <a:prstGeom xmlns:a="http://schemas.openxmlformats.org/drawingml/2006/main" prst="rect">
            <a:avLst/>
          </a:prstGeom>
          <a:solidFill xmlns:a="http://schemas.openxmlformats.org/drawingml/2006/main">
            <a:srgbClr val="F52B22"/>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FFFFFF"/>
                </a:solidFill>
                <a:latin typeface="Arial"/>
                <a:ea typeface="Arial"/>
                <a:cs typeface="Arial"/>
              </a:defRPr>
            </a:defPPr>
            <a:lvl1pPr algn="ctr">
              <a:defRPr sz="1800" b="1">
                <a:solidFill>
                  <a:srgbClr val="FFFFFF"/>
                </a:solidFill>
                <a:latin typeface="Arial"/>
                <a:ea typeface="Arial"/>
                <a:cs typeface="Arial"/>
              </a:defRPr>
            </a:lvl1pPr>
            <a:lvl2pPr algn="ctr">
              <a:defRPr sz="1800" b="1">
                <a:solidFill>
                  <a:srgbClr val="FFFFFF"/>
                </a:solidFill>
                <a:latin typeface="Arial"/>
                <a:ea typeface="Arial"/>
                <a:cs typeface="Arial"/>
              </a:defRPr>
            </a:lvl2pPr>
            <a:lvl3pPr algn="ctr">
              <a:defRPr sz="1800" b="1">
                <a:solidFill>
                  <a:srgbClr val="FFFFFF"/>
                </a:solidFill>
                <a:latin typeface="Arial"/>
                <a:ea typeface="Arial"/>
                <a:cs typeface="Arial"/>
              </a:defRPr>
            </a:lvl3pPr>
            <a:lvl4pPr algn="ctr">
              <a:defRPr sz="1800" b="1">
                <a:solidFill>
                  <a:srgbClr val="FFFFFF"/>
                </a:solidFill>
                <a:latin typeface="Arial"/>
                <a:ea typeface="Arial"/>
                <a:cs typeface="Arial"/>
              </a:defRPr>
            </a:lvl4pPr>
            <a:lvl5pPr algn="ctr">
              <a:defRPr sz="1800" b="1">
                <a:solidFill>
                  <a:srgbClr val="FFFFFF"/>
                </a:solidFill>
                <a:latin typeface="Arial"/>
                <a:ea typeface="Arial"/>
                <a:cs typeface="Arial"/>
              </a:defRPr>
            </a:lvl5pPr>
            <a:lvl6pPr algn="ctr">
              <a:defRPr sz="1800" b="1">
                <a:solidFill>
                  <a:srgbClr val="FFFFFF"/>
                </a:solidFill>
                <a:latin typeface="Arial"/>
                <a:ea typeface="Arial"/>
                <a:cs typeface="Arial"/>
              </a:defRPr>
            </a:lvl6pPr>
            <a:lvl7pPr algn="ctr">
              <a:defRPr sz="1800" b="1">
                <a:solidFill>
                  <a:srgbClr val="FFFFFF"/>
                </a:solidFill>
                <a:latin typeface="Arial"/>
                <a:ea typeface="Arial"/>
                <a:cs typeface="Arial"/>
              </a:defRPr>
            </a:lvl7pPr>
            <a:lvl8pPr algn="ctr">
              <a:defRPr sz="1800" b="1">
                <a:solidFill>
                  <a:srgbClr val="FFFFFF"/>
                </a:solidFill>
                <a:latin typeface="Arial"/>
                <a:ea typeface="Arial"/>
                <a:cs typeface="Arial"/>
              </a:defRPr>
            </a:lvl8pPr>
            <a:lvl9pPr algn="ctr">
              <a:defRPr sz="1800" b="1">
                <a:solidFill>
                  <a:srgbClr val="FFFFFF"/>
                </a:solidFill>
                <a:latin typeface="Arial"/>
                <a:ea typeface="Arial"/>
                <a:cs typeface="Arial"/>
              </a:defRPr>
            </a:lvl9pPr>
          </a:lstStyle>
          <a:p xmlns:a="http://schemas.openxmlformats.org/drawingml/2006/main">
            <a:pPr algn="ctr">
              <a:defRPr sz="1800" b="1">
                <a:solidFill>
                  <a:srgbClr val="FFFFFF"/>
                </a:solidFill>
              </a:defRPr>
            </a:pPr>
            <a:r>
              <a:rPr sz="1800" b="1">
                <a:solidFill>
                  <a:srgbClr val="FFFFFF"/>
                </a:solidFill>
                <a:latin typeface="Arial"/>
                <a:ea typeface="Arial"/>
                <a:cs typeface="Arial"/>
              </a:rPr>
              <a:t>Демооформление</a:t>
            </a:r>
          </a:p>
        </p:txBody>
      </p:sp>
      <p:sp>
        <p:nvSpPr>
          <p:cNvPr id="21" name="Уточнение возвращает заявку на рассмотрение с новой подтверждённ">
            <a:extLst xmlns:a="http://schemas.openxmlformats.org/drawingml/2006/main">
              <a:ext uri="{FF2B5EF4-FFF2-40B4-BE49-F238E27FC236}">
                <a16:creationId xmlns:a16="http://schemas.microsoft.com/office/drawing/2014/main" id="{BDE4BAE8-6EA8-4218-AF26-A0B85BE50DCF}"/>
              </a:ext>
            </a:extLst>
          </p:cNvPr>
          <p:cNvSpPr>
            <a:spLocks xmlns:a="http://schemas.openxmlformats.org/drawingml/2006/main" noGrp="1"/>
          </p:cNvSpPr>
          <p:nvPr/>
        </p:nvSpPr>
        <p:spPr>
          <a:xfrm xmlns:a="http://schemas.openxmlformats.org/drawingml/2006/main">
            <a:off x="609600" y="538162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950" b="0">
                <a:solidFill>
                  <a:srgbClr val="626262"/>
                </a:solidFill>
                <a:latin typeface="Arial"/>
                <a:ea typeface="Arial"/>
                <a:cs typeface="Arial"/>
              </a:defRPr>
            </a:defPPr>
            <a:lvl1pPr algn="l">
              <a:defRPr sz="1950" b="0">
                <a:solidFill>
                  <a:srgbClr val="626262"/>
                </a:solidFill>
                <a:latin typeface="Arial"/>
                <a:ea typeface="Arial"/>
                <a:cs typeface="Arial"/>
              </a:defRPr>
            </a:lvl1pPr>
            <a:lvl2pPr algn="l">
              <a:defRPr sz="1950" b="0">
                <a:solidFill>
                  <a:srgbClr val="626262"/>
                </a:solidFill>
                <a:latin typeface="Arial"/>
                <a:ea typeface="Arial"/>
                <a:cs typeface="Arial"/>
              </a:defRPr>
            </a:lvl2pPr>
            <a:lvl3pPr algn="l">
              <a:defRPr sz="1950" b="0">
                <a:solidFill>
                  <a:srgbClr val="626262"/>
                </a:solidFill>
                <a:latin typeface="Arial"/>
                <a:ea typeface="Arial"/>
                <a:cs typeface="Arial"/>
              </a:defRPr>
            </a:lvl3pPr>
            <a:lvl4pPr algn="l">
              <a:defRPr sz="1950" b="0">
                <a:solidFill>
                  <a:srgbClr val="626262"/>
                </a:solidFill>
                <a:latin typeface="Arial"/>
                <a:ea typeface="Arial"/>
                <a:cs typeface="Arial"/>
              </a:defRPr>
            </a:lvl4pPr>
            <a:lvl5pPr algn="l">
              <a:defRPr sz="1950" b="0">
                <a:solidFill>
                  <a:srgbClr val="626262"/>
                </a:solidFill>
                <a:latin typeface="Arial"/>
                <a:ea typeface="Arial"/>
                <a:cs typeface="Arial"/>
              </a:defRPr>
            </a:lvl5pPr>
            <a:lvl6pPr algn="l">
              <a:defRPr sz="1950" b="0">
                <a:solidFill>
                  <a:srgbClr val="626262"/>
                </a:solidFill>
                <a:latin typeface="Arial"/>
                <a:ea typeface="Arial"/>
                <a:cs typeface="Arial"/>
              </a:defRPr>
            </a:lvl6pPr>
            <a:lvl7pPr algn="l">
              <a:defRPr sz="1950" b="0">
                <a:solidFill>
                  <a:srgbClr val="626262"/>
                </a:solidFill>
                <a:latin typeface="Arial"/>
                <a:ea typeface="Arial"/>
                <a:cs typeface="Arial"/>
              </a:defRPr>
            </a:lvl7pPr>
            <a:lvl8pPr algn="l">
              <a:defRPr sz="1950" b="0">
                <a:solidFill>
                  <a:srgbClr val="626262"/>
                </a:solidFill>
                <a:latin typeface="Arial"/>
                <a:ea typeface="Arial"/>
                <a:cs typeface="Arial"/>
              </a:defRPr>
            </a:lvl8pPr>
            <a:lvl9pPr algn="l">
              <a:defRPr sz="1950" b="0">
                <a:solidFill>
                  <a:srgbClr val="626262"/>
                </a:solidFill>
                <a:latin typeface="Arial"/>
                <a:ea typeface="Arial"/>
                <a:cs typeface="Arial"/>
              </a:defRPr>
            </a:lvl9pPr>
          </a:lstStyle>
          <a:p xmlns:a="http://schemas.openxmlformats.org/drawingml/2006/main">
            <a:pPr algn="l">
              <a:defRPr sz="1950" b="0">
                <a:solidFill>
                  <a:srgbClr val="626262"/>
                </a:solidFill>
              </a:defRPr>
            </a:pPr>
            <a:r>
              <a:rPr sz="1950" b="0">
                <a:solidFill>
                  <a:srgbClr val="626262"/>
                </a:solidFill>
                <a:latin typeface="Arial"/>
                <a:ea typeface="Arial"/>
                <a:cs typeface="Arial"/>
              </a:rPr>
              <a:t>Уточнение возвращает заявку на рассмотрение с новой подтверждённой версией данных</a:t>
            </a:r>
          </a:p>
        </p:txBody>
      </p:sp>
    </p:spTree>
    <p:extLst>
      <p:ext uri="{BB962C8B-B14F-4D97-AF65-F5344CB8AC3E}">
        <p14:creationId xmlns:p14="http://schemas.microsoft.com/office/powerpoint/2010/main" val="44879552"/>
      </p:ext>
    </p:extLst>
  </p:cSld>
</p:sld>
</file>

<file path=ppt/slides/slide5.xml><?xml version="1.0" encoding="utf-8"?>
<p:sld xmlns:p="http://schemas.openxmlformats.org/presentationml/2006/main">
  <p:cSld>
    <p:bg>
      <p:bgPr>
        <a:solidFill xmlns:a="http://schemas.openxmlformats.org/drawingml/2006/main">
          <a:srgbClr val="171717"/>
        </a:solidFill>
      </p:bgPr>
    </p:bg>
    <p:spTree>
      <p:nvGrpSpPr>
        <p:cNvPr id="1" name=""/>
        <p:cNvGrpSpPr/>
        <p:nvPr/>
      </p:nvGrpSpPr>
      <p:grpSpPr>
        <a:xfrm xmlns:a="http://schemas.openxmlformats.org/drawingml/2006/main"/>
      </p:grpSpPr>
      <p:sp>
        <p:nvSpPr>
          <p:cNvPr id="2" name="АЛЬФА ХАК 2026">
            <a:extLst xmlns:a="http://schemas.openxmlformats.org/drawingml/2006/main">
              <a:ext uri="{FF2B5EF4-FFF2-40B4-BE49-F238E27FC236}">
                <a16:creationId xmlns:a16="http://schemas.microsoft.com/office/drawing/2014/main" id="{D387A30C-81FE-47EC-B058-C48730F890E6}"/>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FFFFF"/>
                </a:solidFill>
                <a:latin typeface="Arial"/>
                <a:ea typeface="Arial"/>
                <a:cs typeface="Arial"/>
              </a:defRPr>
            </a:defPPr>
            <a:lvl1pPr algn="l">
              <a:defRPr sz="975" b="1">
                <a:solidFill>
                  <a:srgbClr val="FFFFFF"/>
                </a:solidFill>
                <a:latin typeface="Arial"/>
                <a:ea typeface="Arial"/>
                <a:cs typeface="Arial"/>
              </a:defRPr>
            </a:lvl1pPr>
            <a:lvl2pPr algn="l">
              <a:defRPr sz="975" b="1">
                <a:solidFill>
                  <a:srgbClr val="FFFFFF"/>
                </a:solidFill>
                <a:latin typeface="Arial"/>
                <a:ea typeface="Arial"/>
                <a:cs typeface="Arial"/>
              </a:defRPr>
            </a:lvl2pPr>
            <a:lvl3pPr algn="l">
              <a:defRPr sz="975" b="1">
                <a:solidFill>
                  <a:srgbClr val="FFFFFF"/>
                </a:solidFill>
                <a:latin typeface="Arial"/>
                <a:ea typeface="Arial"/>
                <a:cs typeface="Arial"/>
              </a:defRPr>
            </a:lvl3pPr>
            <a:lvl4pPr algn="l">
              <a:defRPr sz="975" b="1">
                <a:solidFill>
                  <a:srgbClr val="FFFFFF"/>
                </a:solidFill>
                <a:latin typeface="Arial"/>
                <a:ea typeface="Arial"/>
                <a:cs typeface="Arial"/>
              </a:defRPr>
            </a:lvl4pPr>
            <a:lvl5pPr algn="l">
              <a:defRPr sz="975" b="1">
                <a:solidFill>
                  <a:srgbClr val="FFFFFF"/>
                </a:solidFill>
                <a:latin typeface="Arial"/>
                <a:ea typeface="Arial"/>
                <a:cs typeface="Arial"/>
              </a:defRPr>
            </a:lvl5pPr>
            <a:lvl6pPr algn="l">
              <a:defRPr sz="975" b="1">
                <a:solidFill>
                  <a:srgbClr val="FFFFFF"/>
                </a:solidFill>
                <a:latin typeface="Arial"/>
                <a:ea typeface="Arial"/>
                <a:cs typeface="Arial"/>
              </a:defRPr>
            </a:lvl6pPr>
            <a:lvl7pPr algn="l">
              <a:defRPr sz="975" b="1">
                <a:solidFill>
                  <a:srgbClr val="FFFFFF"/>
                </a:solidFill>
                <a:latin typeface="Arial"/>
                <a:ea typeface="Arial"/>
                <a:cs typeface="Arial"/>
              </a:defRPr>
            </a:lvl7pPr>
            <a:lvl8pPr algn="l">
              <a:defRPr sz="975" b="1">
                <a:solidFill>
                  <a:srgbClr val="FFFFFF"/>
                </a:solidFill>
                <a:latin typeface="Arial"/>
                <a:ea typeface="Arial"/>
                <a:cs typeface="Arial"/>
              </a:defRPr>
            </a:lvl8pPr>
            <a:lvl9pPr algn="l">
              <a:defRPr sz="975" b="1">
                <a:solidFill>
                  <a:srgbClr val="FFFFFF"/>
                </a:solidFill>
                <a:latin typeface="Arial"/>
                <a:ea typeface="Arial"/>
                <a:cs typeface="Arial"/>
              </a:defRPr>
            </a:lvl9pPr>
          </a:lstStyle>
          <a:p xmlns:a="http://schemas.openxmlformats.org/drawingml/2006/main">
            <a:pPr algn="l">
              <a:defRPr sz="975" b="1">
                <a:solidFill>
                  <a:srgbClr val="FFFFFF"/>
                </a:solidFill>
              </a:defRPr>
            </a:pPr>
            <a:r>
              <a:rPr sz="975" b="1">
                <a:solidFill>
                  <a:srgbClr val="FFFFFF"/>
                </a:solidFill>
                <a:latin typeface="Arial"/>
                <a:ea typeface="Arial"/>
                <a:cs typeface="Arial"/>
              </a:rPr>
              <a:t>АЛЬФА ХАК 2026</a:t>
            </a:r>
          </a:p>
        </p:txBody>
      </p:sp>
      <p:sp>
        <p:nvSpPr>
          <p:cNvPr id="3" name="Работающий кабинет">
            <a:extLst xmlns:a="http://schemas.openxmlformats.org/drawingml/2006/main">
              <a:ext uri="{FF2B5EF4-FFF2-40B4-BE49-F238E27FC236}">
                <a16:creationId xmlns:a16="http://schemas.microsoft.com/office/drawing/2014/main" id="{65AE513C-4E36-4F62-9E39-E4DA6199DF4A}"/>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FFFFFF"/>
                </a:solidFill>
                <a:latin typeface="Arial"/>
                <a:ea typeface="Arial"/>
                <a:cs typeface="Arial"/>
              </a:defRPr>
            </a:defPPr>
            <a:lvl1pPr algn="l">
              <a:defRPr sz="3675" b="1">
                <a:solidFill>
                  <a:srgbClr val="FFFFFF"/>
                </a:solidFill>
                <a:latin typeface="Arial"/>
                <a:ea typeface="Arial"/>
                <a:cs typeface="Arial"/>
              </a:defRPr>
            </a:lvl1pPr>
            <a:lvl2pPr algn="l">
              <a:defRPr sz="3675" b="1">
                <a:solidFill>
                  <a:srgbClr val="FFFFFF"/>
                </a:solidFill>
                <a:latin typeface="Arial"/>
                <a:ea typeface="Arial"/>
                <a:cs typeface="Arial"/>
              </a:defRPr>
            </a:lvl2pPr>
            <a:lvl3pPr algn="l">
              <a:defRPr sz="3675" b="1">
                <a:solidFill>
                  <a:srgbClr val="FFFFFF"/>
                </a:solidFill>
                <a:latin typeface="Arial"/>
                <a:ea typeface="Arial"/>
                <a:cs typeface="Arial"/>
              </a:defRPr>
            </a:lvl3pPr>
            <a:lvl4pPr algn="l">
              <a:defRPr sz="3675" b="1">
                <a:solidFill>
                  <a:srgbClr val="FFFFFF"/>
                </a:solidFill>
                <a:latin typeface="Arial"/>
                <a:ea typeface="Arial"/>
                <a:cs typeface="Arial"/>
              </a:defRPr>
            </a:lvl4pPr>
            <a:lvl5pPr algn="l">
              <a:defRPr sz="3675" b="1">
                <a:solidFill>
                  <a:srgbClr val="FFFFFF"/>
                </a:solidFill>
                <a:latin typeface="Arial"/>
                <a:ea typeface="Arial"/>
                <a:cs typeface="Arial"/>
              </a:defRPr>
            </a:lvl5pPr>
            <a:lvl6pPr algn="l">
              <a:defRPr sz="3675" b="1">
                <a:solidFill>
                  <a:srgbClr val="FFFFFF"/>
                </a:solidFill>
                <a:latin typeface="Arial"/>
                <a:ea typeface="Arial"/>
                <a:cs typeface="Arial"/>
              </a:defRPr>
            </a:lvl6pPr>
            <a:lvl7pPr algn="l">
              <a:defRPr sz="3675" b="1">
                <a:solidFill>
                  <a:srgbClr val="FFFFFF"/>
                </a:solidFill>
                <a:latin typeface="Arial"/>
                <a:ea typeface="Arial"/>
                <a:cs typeface="Arial"/>
              </a:defRPr>
            </a:lvl7pPr>
            <a:lvl8pPr algn="l">
              <a:defRPr sz="3675" b="1">
                <a:solidFill>
                  <a:srgbClr val="FFFFFF"/>
                </a:solidFill>
                <a:latin typeface="Arial"/>
                <a:ea typeface="Arial"/>
                <a:cs typeface="Arial"/>
              </a:defRPr>
            </a:lvl8pPr>
            <a:lvl9pPr algn="l">
              <a:defRPr sz="3675" b="1">
                <a:solidFill>
                  <a:srgbClr val="FFFFFF"/>
                </a:solidFill>
                <a:latin typeface="Arial"/>
                <a:ea typeface="Arial"/>
                <a:cs typeface="Arial"/>
              </a:defRPr>
            </a:lvl9pPr>
          </a:lstStyle>
          <a:p xmlns:a="http://schemas.openxmlformats.org/drawingml/2006/main">
            <a:pPr algn="l">
              <a:defRPr sz="3675" b="1">
                <a:solidFill>
                  <a:srgbClr val="FFFFFF"/>
                </a:solidFill>
              </a:defRPr>
            </a:pPr>
            <a:r>
              <a:rPr sz="3675" b="1">
                <a:solidFill>
                  <a:srgbClr val="FFFFFF"/>
                </a:solidFill>
                <a:latin typeface="Arial"/>
                <a:ea typeface="Arial"/>
                <a:cs typeface="Arial"/>
              </a:rPr>
              <a:t>Работающий кабинет</a:t>
            </a:r>
          </a:p>
        </p:txBody>
      </p:sp>
      <p:sp>
        <p:nvSpPr>
          <p:cNvPr id="4" name="Поток / Gambit_Yvaga">
            <a:extLst xmlns:a="http://schemas.openxmlformats.org/drawingml/2006/main">
              <a:ext uri="{FF2B5EF4-FFF2-40B4-BE49-F238E27FC236}">
                <a16:creationId xmlns:a16="http://schemas.microsoft.com/office/drawing/2014/main" id="{F2CB0BDE-715B-4D32-BC11-3B204407917B}"/>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FFFFFF"/>
                </a:solidFill>
                <a:latin typeface="Arial"/>
                <a:ea typeface="Arial"/>
                <a:cs typeface="Arial"/>
              </a:defRPr>
            </a:defPPr>
            <a:lvl1pPr algn="l">
              <a:defRPr sz="1125" b="0">
                <a:solidFill>
                  <a:srgbClr val="FFFFFF"/>
                </a:solidFill>
                <a:latin typeface="Arial"/>
                <a:ea typeface="Arial"/>
                <a:cs typeface="Arial"/>
              </a:defRPr>
            </a:lvl1pPr>
            <a:lvl2pPr algn="l">
              <a:defRPr sz="1125" b="0">
                <a:solidFill>
                  <a:srgbClr val="FFFFFF"/>
                </a:solidFill>
                <a:latin typeface="Arial"/>
                <a:ea typeface="Arial"/>
                <a:cs typeface="Arial"/>
              </a:defRPr>
            </a:lvl2pPr>
            <a:lvl3pPr algn="l">
              <a:defRPr sz="1125" b="0">
                <a:solidFill>
                  <a:srgbClr val="FFFFFF"/>
                </a:solidFill>
                <a:latin typeface="Arial"/>
                <a:ea typeface="Arial"/>
                <a:cs typeface="Arial"/>
              </a:defRPr>
            </a:lvl3pPr>
            <a:lvl4pPr algn="l">
              <a:defRPr sz="1125" b="0">
                <a:solidFill>
                  <a:srgbClr val="FFFFFF"/>
                </a:solidFill>
                <a:latin typeface="Arial"/>
                <a:ea typeface="Arial"/>
                <a:cs typeface="Arial"/>
              </a:defRPr>
            </a:lvl4pPr>
            <a:lvl5pPr algn="l">
              <a:defRPr sz="1125" b="0">
                <a:solidFill>
                  <a:srgbClr val="FFFFFF"/>
                </a:solidFill>
                <a:latin typeface="Arial"/>
                <a:ea typeface="Arial"/>
                <a:cs typeface="Arial"/>
              </a:defRPr>
            </a:lvl5pPr>
            <a:lvl6pPr algn="l">
              <a:defRPr sz="1125" b="0">
                <a:solidFill>
                  <a:srgbClr val="FFFFFF"/>
                </a:solidFill>
                <a:latin typeface="Arial"/>
                <a:ea typeface="Arial"/>
                <a:cs typeface="Arial"/>
              </a:defRPr>
            </a:lvl6pPr>
            <a:lvl7pPr algn="l">
              <a:defRPr sz="1125" b="0">
                <a:solidFill>
                  <a:srgbClr val="FFFFFF"/>
                </a:solidFill>
                <a:latin typeface="Arial"/>
                <a:ea typeface="Arial"/>
                <a:cs typeface="Arial"/>
              </a:defRPr>
            </a:lvl7pPr>
            <a:lvl8pPr algn="l">
              <a:defRPr sz="1125" b="0">
                <a:solidFill>
                  <a:srgbClr val="FFFFFF"/>
                </a:solidFill>
                <a:latin typeface="Arial"/>
                <a:ea typeface="Arial"/>
                <a:cs typeface="Arial"/>
              </a:defRPr>
            </a:lvl8pPr>
            <a:lvl9pPr algn="l">
              <a:defRPr sz="1125" b="0">
                <a:solidFill>
                  <a:srgbClr val="FFFFFF"/>
                </a:solidFill>
                <a:latin typeface="Arial"/>
                <a:ea typeface="Arial"/>
                <a:cs typeface="Arial"/>
              </a:defRPr>
            </a:lvl9pPr>
          </a:lstStyle>
          <a:p xmlns:a="http://schemas.openxmlformats.org/drawingml/2006/main">
            <a:pPr algn="l">
              <a:defRPr sz="1125" b="0">
                <a:solidFill>
                  <a:srgbClr val="FFFFFF"/>
                </a:solidFill>
              </a:defRPr>
            </a:pPr>
            <a:r>
              <a:rPr sz="1125" b="0">
                <a:solidFill>
                  <a:srgbClr val="FFFFFF"/>
                </a:solidFill>
                <a:latin typeface="Arial"/>
                <a:ea typeface="Arial"/>
                <a:cs typeface="Arial"/>
              </a:rPr>
              <a:t>Поток / Gambit_Yvaga</a:t>
            </a:r>
          </a:p>
        </p:txBody>
      </p:sp>
      <p:sp>
        <p:nvSpPr>
          <p:cNvPr id="5" name="05">
            <a:extLst xmlns:a="http://schemas.openxmlformats.org/drawingml/2006/main">
              <a:ext uri="{FF2B5EF4-FFF2-40B4-BE49-F238E27FC236}">
                <a16:creationId xmlns:a16="http://schemas.microsoft.com/office/drawing/2014/main" id="{423A2774-CCF5-475A-AA7C-3C7072889472}"/>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FFFFFF"/>
                </a:solidFill>
                <a:latin typeface="Arial"/>
                <a:ea typeface="Arial"/>
                <a:cs typeface="Arial"/>
              </a:defRPr>
            </a:defPPr>
            <a:lvl1pPr algn="r">
              <a:defRPr sz="1125" b="0">
                <a:solidFill>
                  <a:srgbClr val="FFFFFF"/>
                </a:solidFill>
                <a:latin typeface="Arial"/>
                <a:ea typeface="Arial"/>
                <a:cs typeface="Arial"/>
              </a:defRPr>
            </a:lvl1pPr>
            <a:lvl2pPr algn="r">
              <a:defRPr sz="1125" b="0">
                <a:solidFill>
                  <a:srgbClr val="FFFFFF"/>
                </a:solidFill>
                <a:latin typeface="Arial"/>
                <a:ea typeface="Arial"/>
                <a:cs typeface="Arial"/>
              </a:defRPr>
            </a:lvl2pPr>
            <a:lvl3pPr algn="r">
              <a:defRPr sz="1125" b="0">
                <a:solidFill>
                  <a:srgbClr val="FFFFFF"/>
                </a:solidFill>
                <a:latin typeface="Arial"/>
                <a:ea typeface="Arial"/>
                <a:cs typeface="Arial"/>
              </a:defRPr>
            </a:lvl3pPr>
            <a:lvl4pPr algn="r">
              <a:defRPr sz="1125" b="0">
                <a:solidFill>
                  <a:srgbClr val="FFFFFF"/>
                </a:solidFill>
                <a:latin typeface="Arial"/>
                <a:ea typeface="Arial"/>
                <a:cs typeface="Arial"/>
              </a:defRPr>
            </a:lvl4pPr>
            <a:lvl5pPr algn="r">
              <a:defRPr sz="1125" b="0">
                <a:solidFill>
                  <a:srgbClr val="FFFFFF"/>
                </a:solidFill>
                <a:latin typeface="Arial"/>
                <a:ea typeface="Arial"/>
                <a:cs typeface="Arial"/>
              </a:defRPr>
            </a:lvl5pPr>
            <a:lvl6pPr algn="r">
              <a:defRPr sz="1125" b="0">
                <a:solidFill>
                  <a:srgbClr val="FFFFFF"/>
                </a:solidFill>
                <a:latin typeface="Arial"/>
                <a:ea typeface="Arial"/>
                <a:cs typeface="Arial"/>
              </a:defRPr>
            </a:lvl6pPr>
            <a:lvl7pPr algn="r">
              <a:defRPr sz="1125" b="0">
                <a:solidFill>
                  <a:srgbClr val="FFFFFF"/>
                </a:solidFill>
                <a:latin typeface="Arial"/>
                <a:ea typeface="Arial"/>
                <a:cs typeface="Arial"/>
              </a:defRPr>
            </a:lvl7pPr>
            <a:lvl8pPr algn="r">
              <a:defRPr sz="1125" b="0">
                <a:solidFill>
                  <a:srgbClr val="FFFFFF"/>
                </a:solidFill>
                <a:latin typeface="Arial"/>
                <a:ea typeface="Arial"/>
                <a:cs typeface="Arial"/>
              </a:defRPr>
            </a:lvl8pPr>
            <a:lvl9pPr algn="r">
              <a:defRPr sz="1125" b="0">
                <a:solidFill>
                  <a:srgbClr val="FFFFFF"/>
                </a:solidFill>
                <a:latin typeface="Arial"/>
                <a:ea typeface="Arial"/>
                <a:cs typeface="Arial"/>
              </a:defRPr>
            </a:lvl9pPr>
          </a:lstStyle>
          <a:p xmlns:a="http://schemas.openxmlformats.org/drawingml/2006/main">
            <a:pPr algn="r">
              <a:defRPr sz="1125" b="0">
                <a:solidFill>
                  <a:srgbClr val="FFFFFF"/>
                </a:solidFill>
              </a:defRPr>
            </a:pPr>
            <a:r>
              <a:rPr sz="1125" b="0">
                <a:solidFill>
                  <a:srgbClr val="FFFFFF"/>
                </a:solidFill>
                <a:latin typeface="Arial"/>
                <a:ea typeface="Arial"/>
                <a:cs typeface="Arial"/>
              </a:rPr>
              <a:t>05</a:t>
            </a:r>
          </a:p>
        </p:txBody>
      </p:sp>
      <p:pic>
        <p:nvPicPr>
          <p:cNvPr id="6" name="">
            <a:extLst xmlns:a="http://schemas.openxmlformats.org/drawingml/2006/main">
              <a:ext uri="{FF2B5EF4-FFF2-40B4-BE49-F238E27FC236}">
                <a16:creationId xmlns:a16="http://schemas.microsoft.com/office/drawing/2014/main" id="{6DF3A5BF-D005-4BE6-B8DE-46CC7DEEFF3C}"/>
              </a:ext>
            </a:extLst>
          </p:cNvPr>
          <p:cNvPicPr>
            <a:picLocks xmlns:a="http://schemas.openxmlformats.org/drawingml/2006/main" noChangeAspect="1"/>
          </p:cNvPicPr>
          <p:nvPr/>
        </p:nvPicPr>
        <p:blipFill>
          <a:blip xmlns:r="http://schemas.openxmlformats.org/officeDocument/2006/relationships" xmlns:a="http://schemas.openxmlformats.org/drawingml/2006/main" r:embed="R1fed10098569413a"/>
          <a:stretch xmlns:a="http://schemas.openxmlformats.org/drawingml/2006/main"/>
        </p:blipFill>
        <p:spPr>
          <a:xfrm xmlns:a="http://schemas.openxmlformats.org/drawingml/2006/main">
            <a:off x="611717" y="1600200"/>
            <a:ext cx="7806267" cy="4391025"/>
          </a:xfrm>
          <a:prstGeom xmlns:a="http://schemas.openxmlformats.org/drawingml/2006/main" prst="rect">
            <a:avLst/>
          </a:prstGeom>
        </p:spPr>
      </p:pic>
      <p:sp>
        <p:nvSpPr>
          <p:cNvPr id="7" name="Статус заявки">
            <a:extLst xmlns:a="http://schemas.openxmlformats.org/drawingml/2006/main">
              <a:ext uri="{FF2B5EF4-FFF2-40B4-BE49-F238E27FC236}">
                <a16:creationId xmlns:a16="http://schemas.microsoft.com/office/drawing/2014/main" id="{B0898513-38C1-4915-AB1C-D098F88B35AC}"/>
              </a:ext>
            </a:extLst>
          </p:cNvPr>
          <p:cNvSpPr>
            <a:spLocks xmlns:a="http://schemas.openxmlformats.org/drawingml/2006/main" noGrp="1"/>
          </p:cNvSpPr>
          <p:nvPr/>
        </p:nvSpPr>
        <p:spPr>
          <a:xfrm xmlns:a="http://schemas.openxmlformats.org/drawingml/2006/main">
            <a:off x="8820150" y="18478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1">
                <a:solidFill>
                  <a:srgbClr val="F52B22"/>
                </a:solidFill>
                <a:latin typeface="Arial"/>
                <a:ea typeface="Arial"/>
                <a:cs typeface="Arial"/>
              </a:defRPr>
            </a:defPPr>
            <a:lvl1pPr algn="l">
              <a:defRPr sz="2250" b="1">
                <a:solidFill>
                  <a:srgbClr val="F52B22"/>
                </a:solidFill>
                <a:latin typeface="Arial"/>
                <a:ea typeface="Arial"/>
                <a:cs typeface="Arial"/>
              </a:defRPr>
            </a:lvl1pPr>
            <a:lvl2pPr algn="l">
              <a:defRPr sz="2250" b="1">
                <a:solidFill>
                  <a:srgbClr val="F52B22"/>
                </a:solidFill>
                <a:latin typeface="Arial"/>
                <a:ea typeface="Arial"/>
                <a:cs typeface="Arial"/>
              </a:defRPr>
            </a:lvl2pPr>
            <a:lvl3pPr algn="l">
              <a:defRPr sz="2250" b="1">
                <a:solidFill>
                  <a:srgbClr val="F52B22"/>
                </a:solidFill>
                <a:latin typeface="Arial"/>
                <a:ea typeface="Arial"/>
                <a:cs typeface="Arial"/>
              </a:defRPr>
            </a:lvl3pPr>
            <a:lvl4pPr algn="l">
              <a:defRPr sz="2250" b="1">
                <a:solidFill>
                  <a:srgbClr val="F52B22"/>
                </a:solidFill>
                <a:latin typeface="Arial"/>
                <a:ea typeface="Arial"/>
                <a:cs typeface="Arial"/>
              </a:defRPr>
            </a:lvl4pPr>
            <a:lvl5pPr algn="l">
              <a:defRPr sz="2250" b="1">
                <a:solidFill>
                  <a:srgbClr val="F52B22"/>
                </a:solidFill>
                <a:latin typeface="Arial"/>
                <a:ea typeface="Arial"/>
                <a:cs typeface="Arial"/>
              </a:defRPr>
            </a:lvl5pPr>
            <a:lvl6pPr algn="l">
              <a:defRPr sz="2250" b="1">
                <a:solidFill>
                  <a:srgbClr val="F52B22"/>
                </a:solidFill>
                <a:latin typeface="Arial"/>
                <a:ea typeface="Arial"/>
                <a:cs typeface="Arial"/>
              </a:defRPr>
            </a:lvl6pPr>
            <a:lvl7pPr algn="l">
              <a:defRPr sz="2250" b="1">
                <a:solidFill>
                  <a:srgbClr val="F52B22"/>
                </a:solidFill>
                <a:latin typeface="Arial"/>
                <a:ea typeface="Arial"/>
                <a:cs typeface="Arial"/>
              </a:defRPr>
            </a:lvl7pPr>
            <a:lvl8pPr algn="l">
              <a:defRPr sz="2250" b="1">
                <a:solidFill>
                  <a:srgbClr val="F52B22"/>
                </a:solidFill>
                <a:latin typeface="Arial"/>
                <a:ea typeface="Arial"/>
                <a:cs typeface="Arial"/>
              </a:defRPr>
            </a:lvl8pPr>
            <a:lvl9pPr algn="l">
              <a:defRPr sz="2250" b="1">
                <a:solidFill>
                  <a:srgbClr val="F52B22"/>
                </a:solidFill>
                <a:latin typeface="Arial"/>
                <a:ea typeface="Arial"/>
                <a:cs typeface="Arial"/>
              </a:defRPr>
            </a:lvl9pPr>
          </a:lstStyle>
          <a:p xmlns:a="http://schemas.openxmlformats.org/drawingml/2006/main">
            <a:pPr algn="l">
              <a:defRPr sz="2250" b="1">
                <a:solidFill>
                  <a:srgbClr val="F52B22"/>
                </a:solidFill>
              </a:defRPr>
            </a:pPr>
            <a:r>
              <a:rPr sz="2250" b="1">
                <a:solidFill>
                  <a:srgbClr val="F52B22"/>
                </a:solidFill>
                <a:latin typeface="Arial"/>
                <a:ea typeface="Arial"/>
                <a:cs typeface="Arial"/>
              </a:rPr>
              <a:t>Статус заявки</a:t>
            </a:r>
          </a:p>
        </p:txBody>
      </p:sp>
      <p:sp>
        <p:nvSpPr>
          <p:cNvPr id="8" name="Сохранённый черновик">
            <a:extLst xmlns:a="http://schemas.openxmlformats.org/drawingml/2006/main">
              <a:ext uri="{FF2B5EF4-FFF2-40B4-BE49-F238E27FC236}">
                <a16:creationId xmlns:a16="http://schemas.microsoft.com/office/drawing/2014/main" id="{C1A994DC-7D8C-4532-A284-96D72844D62C}"/>
              </a:ext>
            </a:extLst>
          </p:cNvPr>
          <p:cNvSpPr>
            <a:spLocks xmlns:a="http://schemas.openxmlformats.org/drawingml/2006/main" noGrp="1"/>
          </p:cNvSpPr>
          <p:nvPr/>
        </p:nvSpPr>
        <p:spPr>
          <a:xfrm xmlns:a="http://schemas.openxmlformats.org/drawingml/2006/main">
            <a:off x="8820150" y="2381250"/>
            <a:ext cx="2762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950" b="0">
                <a:solidFill>
                  <a:srgbClr val="FFFFFF"/>
                </a:solidFill>
                <a:latin typeface="Arial"/>
                <a:ea typeface="Arial"/>
                <a:cs typeface="Arial"/>
              </a:defRPr>
            </a:defPPr>
            <a:lvl1pPr algn="l">
              <a:defRPr sz="1950" b="0">
                <a:solidFill>
                  <a:srgbClr val="FFFFFF"/>
                </a:solidFill>
                <a:latin typeface="Arial"/>
                <a:ea typeface="Arial"/>
                <a:cs typeface="Arial"/>
              </a:defRPr>
            </a:lvl1pPr>
            <a:lvl2pPr algn="l">
              <a:defRPr sz="1950" b="0">
                <a:solidFill>
                  <a:srgbClr val="FFFFFF"/>
                </a:solidFill>
                <a:latin typeface="Arial"/>
                <a:ea typeface="Arial"/>
                <a:cs typeface="Arial"/>
              </a:defRPr>
            </a:lvl2pPr>
            <a:lvl3pPr algn="l">
              <a:defRPr sz="1950" b="0">
                <a:solidFill>
                  <a:srgbClr val="FFFFFF"/>
                </a:solidFill>
                <a:latin typeface="Arial"/>
                <a:ea typeface="Arial"/>
                <a:cs typeface="Arial"/>
              </a:defRPr>
            </a:lvl3pPr>
            <a:lvl4pPr algn="l">
              <a:defRPr sz="1950" b="0">
                <a:solidFill>
                  <a:srgbClr val="FFFFFF"/>
                </a:solidFill>
                <a:latin typeface="Arial"/>
                <a:ea typeface="Arial"/>
                <a:cs typeface="Arial"/>
              </a:defRPr>
            </a:lvl4pPr>
            <a:lvl5pPr algn="l">
              <a:defRPr sz="1950" b="0">
                <a:solidFill>
                  <a:srgbClr val="FFFFFF"/>
                </a:solidFill>
                <a:latin typeface="Arial"/>
                <a:ea typeface="Arial"/>
                <a:cs typeface="Arial"/>
              </a:defRPr>
            </a:lvl5pPr>
            <a:lvl6pPr algn="l">
              <a:defRPr sz="1950" b="0">
                <a:solidFill>
                  <a:srgbClr val="FFFFFF"/>
                </a:solidFill>
                <a:latin typeface="Arial"/>
                <a:ea typeface="Arial"/>
                <a:cs typeface="Arial"/>
              </a:defRPr>
            </a:lvl6pPr>
            <a:lvl7pPr algn="l">
              <a:defRPr sz="1950" b="0">
                <a:solidFill>
                  <a:srgbClr val="FFFFFF"/>
                </a:solidFill>
                <a:latin typeface="Arial"/>
                <a:ea typeface="Arial"/>
                <a:cs typeface="Arial"/>
              </a:defRPr>
            </a:lvl7pPr>
            <a:lvl8pPr algn="l">
              <a:defRPr sz="1950" b="0">
                <a:solidFill>
                  <a:srgbClr val="FFFFFF"/>
                </a:solidFill>
                <a:latin typeface="Arial"/>
                <a:ea typeface="Arial"/>
                <a:cs typeface="Arial"/>
              </a:defRPr>
            </a:lvl8pPr>
            <a:lvl9pPr algn="l">
              <a:defRPr sz="1950" b="0">
                <a:solidFill>
                  <a:srgbClr val="FFFFFF"/>
                </a:solidFill>
                <a:latin typeface="Arial"/>
                <a:ea typeface="Arial"/>
                <a:cs typeface="Arial"/>
              </a:defRPr>
            </a:lvl9pPr>
          </a:lstStyle>
          <a:p xmlns:a="http://schemas.openxmlformats.org/drawingml/2006/main">
            <a:pPr algn="l">
              <a:defRPr sz="1950" b="0">
                <a:solidFill>
                  <a:srgbClr val="FFFFFF"/>
                </a:solidFill>
              </a:defRPr>
            </a:pPr>
            <a:r>
              <a:rPr sz="1950" b="0">
                <a:solidFill>
                  <a:srgbClr val="FFFFFF"/>
                </a:solidFill>
                <a:latin typeface="Arial"/>
                <a:ea typeface="Arial"/>
                <a:cs typeface="Arial"/>
              </a:rPr>
              <a:t>Сохранённый черновик</a:t>
            </a:r>
          </a:p>
          <a:p xmlns:a="http://schemas.openxmlformats.org/drawingml/2006/main">
            <a:pPr algn="l">
              <a:defRPr sz="1950" b="0">
                <a:solidFill>
                  <a:srgbClr val="FFFFFF"/>
                </a:solidFill>
              </a:defRPr>
            </a:pPr>
            <a:r>
              <a:rPr sz="1950" b="0">
                <a:solidFill>
                  <a:srgbClr val="FFFFFF"/>
                </a:solidFill>
                <a:latin typeface="Arial"/>
                <a:ea typeface="Arial"/>
                <a:cs typeface="Arial"/>
              </a:rPr>
              <a:t>и следующий шаг</a:t>
            </a:r>
          </a:p>
        </p:txBody>
      </p:sp>
      <p:sp>
        <p:nvSpPr>
          <p:cNvPr id="9" name="Персональная лента">
            <a:extLst xmlns:a="http://schemas.openxmlformats.org/drawingml/2006/main">
              <a:ext uri="{FF2B5EF4-FFF2-40B4-BE49-F238E27FC236}">
                <a16:creationId xmlns:a16="http://schemas.microsoft.com/office/drawing/2014/main" id="{153CD593-6D9F-4547-AD0B-09117236A09F}"/>
              </a:ext>
            </a:extLst>
          </p:cNvPr>
          <p:cNvSpPr>
            <a:spLocks xmlns:a="http://schemas.openxmlformats.org/drawingml/2006/main" noGrp="1"/>
          </p:cNvSpPr>
          <p:nvPr/>
        </p:nvSpPr>
        <p:spPr>
          <a:xfrm xmlns:a="http://schemas.openxmlformats.org/drawingml/2006/main">
            <a:off x="8820150" y="3667125"/>
            <a:ext cx="2762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1">
                <a:solidFill>
                  <a:srgbClr val="F52B22"/>
                </a:solidFill>
                <a:latin typeface="Arial"/>
                <a:ea typeface="Arial"/>
                <a:cs typeface="Arial"/>
              </a:defRPr>
            </a:defPPr>
            <a:lvl1pPr algn="l">
              <a:defRPr sz="2250" b="1">
                <a:solidFill>
                  <a:srgbClr val="F52B22"/>
                </a:solidFill>
                <a:latin typeface="Arial"/>
                <a:ea typeface="Arial"/>
                <a:cs typeface="Arial"/>
              </a:defRPr>
            </a:lvl1pPr>
            <a:lvl2pPr algn="l">
              <a:defRPr sz="2250" b="1">
                <a:solidFill>
                  <a:srgbClr val="F52B22"/>
                </a:solidFill>
                <a:latin typeface="Arial"/>
                <a:ea typeface="Arial"/>
                <a:cs typeface="Arial"/>
              </a:defRPr>
            </a:lvl2pPr>
            <a:lvl3pPr algn="l">
              <a:defRPr sz="2250" b="1">
                <a:solidFill>
                  <a:srgbClr val="F52B22"/>
                </a:solidFill>
                <a:latin typeface="Arial"/>
                <a:ea typeface="Arial"/>
                <a:cs typeface="Arial"/>
              </a:defRPr>
            </a:lvl3pPr>
            <a:lvl4pPr algn="l">
              <a:defRPr sz="2250" b="1">
                <a:solidFill>
                  <a:srgbClr val="F52B22"/>
                </a:solidFill>
                <a:latin typeface="Arial"/>
                <a:ea typeface="Arial"/>
                <a:cs typeface="Arial"/>
              </a:defRPr>
            </a:lvl4pPr>
            <a:lvl5pPr algn="l">
              <a:defRPr sz="2250" b="1">
                <a:solidFill>
                  <a:srgbClr val="F52B22"/>
                </a:solidFill>
                <a:latin typeface="Arial"/>
                <a:ea typeface="Arial"/>
                <a:cs typeface="Arial"/>
              </a:defRPr>
            </a:lvl5pPr>
            <a:lvl6pPr algn="l">
              <a:defRPr sz="2250" b="1">
                <a:solidFill>
                  <a:srgbClr val="F52B22"/>
                </a:solidFill>
                <a:latin typeface="Arial"/>
                <a:ea typeface="Arial"/>
                <a:cs typeface="Arial"/>
              </a:defRPr>
            </a:lvl6pPr>
            <a:lvl7pPr algn="l">
              <a:defRPr sz="2250" b="1">
                <a:solidFill>
                  <a:srgbClr val="F52B22"/>
                </a:solidFill>
                <a:latin typeface="Arial"/>
                <a:ea typeface="Arial"/>
                <a:cs typeface="Arial"/>
              </a:defRPr>
            </a:lvl7pPr>
            <a:lvl8pPr algn="l">
              <a:defRPr sz="2250" b="1">
                <a:solidFill>
                  <a:srgbClr val="F52B22"/>
                </a:solidFill>
                <a:latin typeface="Arial"/>
                <a:ea typeface="Arial"/>
                <a:cs typeface="Arial"/>
              </a:defRPr>
            </a:lvl8pPr>
            <a:lvl9pPr algn="l">
              <a:defRPr sz="2250" b="1">
                <a:solidFill>
                  <a:srgbClr val="F52B22"/>
                </a:solidFill>
                <a:latin typeface="Arial"/>
                <a:ea typeface="Arial"/>
                <a:cs typeface="Arial"/>
              </a:defRPr>
            </a:lvl9pPr>
          </a:lstStyle>
          <a:p xmlns:a="http://schemas.openxmlformats.org/drawingml/2006/main">
            <a:pPr algn="l">
              <a:defRPr sz="2250" b="1">
                <a:solidFill>
                  <a:srgbClr val="F52B22"/>
                </a:solidFill>
              </a:defRPr>
            </a:pPr>
            <a:r>
              <a:rPr sz="2250" b="1">
                <a:solidFill>
                  <a:srgbClr val="F52B22"/>
                </a:solidFill>
                <a:latin typeface="Arial"/>
                <a:ea typeface="Arial"/>
                <a:cs typeface="Arial"/>
              </a:rPr>
              <a:t>Персональная лента</a:t>
            </a:r>
          </a:p>
        </p:txBody>
      </p:sp>
      <p:sp>
        <p:nvSpPr>
          <p:cNvPr id="10" name="Материалы по интересам">
            <a:extLst xmlns:a="http://schemas.openxmlformats.org/drawingml/2006/main">
              <a:ext uri="{FF2B5EF4-FFF2-40B4-BE49-F238E27FC236}">
                <a16:creationId xmlns:a16="http://schemas.microsoft.com/office/drawing/2014/main" id="{3EEE87DF-C962-43CA-972E-A58CA232DDF9}"/>
              </a:ext>
            </a:extLst>
          </p:cNvPr>
          <p:cNvSpPr>
            <a:spLocks xmlns:a="http://schemas.openxmlformats.org/drawingml/2006/main" noGrp="1"/>
          </p:cNvSpPr>
          <p:nvPr/>
        </p:nvSpPr>
        <p:spPr>
          <a:xfrm xmlns:a="http://schemas.openxmlformats.org/drawingml/2006/main">
            <a:off x="8820150" y="4610100"/>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950" b="0">
                <a:solidFill>
                  <a:srgbClr val="FFFFFF"/>
                </a:solidFill>
                <a:latin typeface="Arial"/>
                <a:ea typeface="Arial"/>
                <a:cs typeface="Arial"/>
              </a:defRPr>
            </a:defPPr>
            <a:lvl1pPr algn="l">
              <a:defRPr sz="1950" b="0">
                <a:solidFill>
                  <a:srgbClr val="FFFFFF"/>
                </a:solidFill>
                <a:latin typeface="Arial"/>
                <a:ea typeface="Arial"/>
                <a:cs typeface="Arial"/>
              </a:defRPr>
            </a:lvl1pPr>
            <a:lvl2pPr algn="l">
              <a:defRPr sz="1950" b="0">
                <a:solidFill>
                  <a:srgbClr val="FFFFFF"/>
                </a:solidFill>
                <a:latin typeface="Arial"/>
                <a:ea typeface="Arial"/>
                <a:cs typeface="Arial"/>
              </a:defRPr>
            </a:lvl2pPr>
            <a:lvl3pPr algn="l">
              <a:defRPr sz="1950" b="0">
                <a:solidFill>
                  <a:srgbClr val="FFFFFF"/>
                </a:solidFill>
                <a:latin typeface="Arial"/>
                <a:ea typeface="Arial"/>
                <a:cs typeface="Arial"/>
              </a:defRPr>
            </a:lvl3pPr>
            <a:lvl4pPr algn="l">
              <a:defRPr sz="1950" b="0">
                <a:solidFill>
                  <a:srgbClr val="FFFFFF"/>
                </a:solidFill>
                <a:latin typeface="Arial"/>
                <a:ea typeface="Arial"/>
                <a:cs typeface="Arial"/>
              </a:defRPr>
            </a:lvl4pPr>
            <a:lvl5pPr algn="l">
              <a:defRPr sz="1950" b="0">
                <a:solidFill>
                  <a:srgbClr val="FFFFFF"/>
                </a:solidFill>
                <a:latin typeface="Arial"/>
                <a:ea typeface="Arial"/>
                <a:cs typeface="Arial"/>
              </a:defRPr>
            </a:lvl5pPr>
            <a:lvl6pPr algn="l">
              <a:defRPr sz="1950" b="0">
                <a:solidFill>
                  <a:srgbClr val="FFFFFF"/>
                </a:solidFill>
                <a:latin typeface="Arial"/>
                <a:ea typeface="Arial"/>
                <a:cs typeface="Arial"/>
              </a:defRPr>
            </a:lvl6pPr>
            <a:lvl7pPr algn="l">
              <a:defRPr sz="1950" b="0">
                <a:solidFill>
                  <a:srgbClr val="FFFFFF"/>
                </a:solidFill>
                <a:latin typeface="Arial"/>
                <a:ea typeface="Arial"/>
                <a:cs typeface="Arial"/>
              </a:defRPr>
            </a:lvl7pPr>
            <a:lvl8pPr algn="l">
              <a:defRPr sz="1950" b="0">
                <a:solidFill>
                  <a:srgbClr val="FFFFFF"/>
                </a:solidFill>
                <a:latin typeface="Arial"/>
                <a:ea typeface="Arial"/>
                <a:cs typeface="Arial"/>
              </a:defRPr>
            </a:lvl8pPr>
            <a:lvl9pPr algn="l">
              <a:defRPr sz="1950" b="0">
                <a:solidFill>
                  <a:srgbClr val="FFFFFF"/>
                </a:solidFill>
                <a:latin typeface="Arial"/>
                <a:ea typeface="Arial"/>
                <a:cs typeface="Arial"/>
              </a:defRPr>
            </a:lvl9pPr>
          </a:lstStyle>
          <a:p xmlns:a="http://schemas.openxmlformats.org/drawingml/2006/main">
            <a:pPr algn="l">
              <a:defRPr sz="1950" b="0">
                <a:solidFill>
                  <a:srgbClr val="FFFFFF"/>
                </a:solidFill>
              </a:defRPr>
            </a:pPr>
            <a:r>
              <a:rPr sz="1950" b="0">
                <a:solidFill>
                  <a:srgbClr val="FFFFFF"/>
                </a:solidFill>
                <a:latin typeface="Arial"/>
                <a:ea typeface="Arial"/>
                <a:cs typeface="Arial"/>
              </a:rPr>
              <a:t>Материалы по интересам</a:t>
            </a:r>
          </a:p>
          <a:p xmlns:a="http://schemas.openxmlformats.org/drawingml/2006/main">
            <a:pPr algn="l">
              <a:defRPr sz="1950" b="0">
                <a:solidFill>
                  <a:srgbClr val="FFFFFF"/>
                </a:solidFill>
              </a:defRPr>
            </a:pPr>
            <a:r>
              <a:rPr sz="1950" b="0">
                <a:solidFill>
                  <a:srgbClr val="FFFFFF"/>
                </a:solidFill>
                <a:latin typeface="Arial"/>
                <a:ea typeface="Arial"/>
                <a:cs typeface="Arial"/>
              </a:rPr>
              <a:t>и контексту бизнеса</a:t>
            </a:r>
          </a:p>
        </p:txBody>
      </p:sp>
    </p:spTree>
    <p:extLst>
      <p:ext uri="{BB962C8B-B14F-4D97-AF65-F5344CB8AC3E}">
        <p14:creationId xmlns:p14="http://schemas.microsoft.com/office/powerpoint/2010/main" val="1269127405"/>
      </p:ext>
    </p:extLst>
  </p:cSld>
</p:sld>
</file>

<file path=ppt/slides/slide6.xml><?xml version="1.0" encoding="utf-8"?>
<p:sld xmlns:p="http://schemas.openxmlformats.org/presentationml/2006/main">
  <p:cSld>
    <p:bg>
      <p:bgPr>
        <a:solidFill xmlns:a="http://schemas.openxmlformats.org/drawingml/2006/main">
          <a:srgbClr val="171717"/>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CAE9FCE4-64B9-49A6-8CEA-0E400924A512}"/>
              </a:ext>
            </a:extLst>
          </p:cNvPr>
          <p:cNvCxnSpPr>
            <a:stCxn xmlns:a="http://schemas.openxmlformats.org/drawingml/2006/main" id="10" idx="2"/>
            <a:endCxn xmlns:a="http://schemas.openxmlformats.org/drawingml/2006/main" id="20" idx="0"/>
          </p:cNvCxnSpPr>
          <p:nvPr/>
        </p:nvCxnSpPr>
        <p:spPr>
          <a:xfrm xmlns:a="http://schemas.openxmlformats.org/drawingml/2006/main">
            <a:off x="6096000" y="2362200"/>
            <a:ext cx="4286250" cy="9144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3" name="">
            <a:extLst xmlns:a="http://schemas.openxmlformats.org/drawingml/2006/main">
              <a:ext uri="{FF2B5EF4-FFF2-40B4-BE49-F238E27FC236}">
                <a16:creationId xmlns:a16="http://schemas.microsoft.com/office/drawing/2014/main" id="{7ED96E61-0E38-49C7-BBA4-9C5993BACB3D}"/>
              </a:ext>
            </a:extLst>
          </p:cNvPr>
          <p:cNvCxnSpPr>
            <a:stCxn xmlns:a="http://schemas.openxmlformats.org/drawingml/2006/main" id="10" idx="2"/>
            <a:endCxn xmlns:a="http://schemas.openxmlformats.org/drawingml/2006/main" id="17" idx="0"/>
          </p:cNvCxnSpPr>
          <p:nvPr/>
        </p:nvCxnSpPr>
        <p:spPr>
          <a:xfrm xmlns:a="http://schemas.openxmlformats.org/drawingml/2006/main">
            <a:off x="6096000" y="2362200"/>
            <a:ext cx="1428750" cy="9144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4" name="">
            <a:extLst xmlns:a="http://schemas.openxmlformats.org/drawingml/2006/main">
              <a:ext uri="{FF2B5EF4-FFF2-40B4-BE49-F238E27FC236}">
                <a16:creationId xmlns:a16="http://schemas.microsoft.com/office/drawing/2014/main" id="{29257D91-2C40-47FD-B29F-B6D3B3F82280}"/>
              </a:ext>
            </a:extLst>
          </p:cNvPr>
          <p:cNvCxnSpPr>
            <a:stCxn xmlns:a="http://schemas.openxmlformats.org/drawingml/2006/main" id="10" idx="2"/>
            <a:endCxn xmlns:a="http://schemas.openxmlformats.org/drawingml/2006/main" id="14" idx="0"/>
          </p:cNvCxnSpPr>
          <p:nvPr/>
        </p:nvCxnSpPr>
        <p:spPr>
          <a:xfrm xmlns:a="http://schemas.openxmlformats.org/drawingml/2006/main" flipH="1">
            <a:off x="4667250" y="2362200"/>
            <a:ext cx="1428750" cy="9144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5" name="">
            <a:extLst xmlns:a="http://schemas.openxmlformats.org/drawingml/2006/main">
              <a:ext uri="{FF2B5EF4-FFF2-40B4-BE49-F238E27FC236}">
                <a16:creationId xmlns:a16="http://schemas.microsoft.com/office/drawing/2014/main" id="{F1CB7B66-C16E-4632-A07E-4CC93E39DE8F}"/>
              </a:ext>
            </a:extLst>
          </p:cNvPr>
          <p:cNvCxnSpPr>
            <a:stCxn xmlns:a="http://schemas.openxmlformats.org/drawingml/2006/main" id="10" idx="2"/>
            <a:endCxn xmlns:a="http://schemas.openxmlformats.org/drawingml/2006/main" id="11" idx="0"/>
          </p:cNvCxnSpPr>
          <p:nvPr/>
        </p:nvCxnSpPr>
        <p:spPr>
          <a:xfrm xmlns:a="http://schemas.openxmlformats.org/drawingml/2006/main" flipH="1">
            <a:off x="1809750" y="2362200"/>
            <a:ext cx="4286250" cy="9144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sp>
        <p:nvSpPr>
          <p:cNvPr id="6" name="АЛЬФА ХАК 2026">
            <a:extLst xmlns:a="http://schemas.openxmlformats.org/drawingml/2006/main">
              <a:ext uri="{FF2B5EF4-FFF2-40B4-BE49-F238E27FC236}">
                <a16:creationId xmlns:a16="http://schemas.microsoft.com/office/drawing/2014/main" id="{BEC5D591-BB5C-4F01-B7C2-D4438F6D8799}"/>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FFFFF"/>
                </a:solidFill>
                <a:latin typeface="Arial"/>
                <a:ea typeface="Arial"/>
                <a:cs typeface="Arial"/>
              </a:defRPr>
            </a:defPPr>
            <a:lvl1pPr algn="l">
              <a:defRPr sz="975" b="1">
                <a:solidFill>
                  <a:srgbClr val="FFFFFF"/>
                </a:solidFill>
                <a:latin typeface="Arial"/>
                <a:ea typeface="Arial"/>
                <a:cs typeface="Arial"/>
              </a:defRPr>
            </a:lvl1pPr>
            <a:lvl2pPr algn="l">
              <a:defRPr sz="975" b="1">
                <a:solidFill>
                  <a:srgbClr val="FFFFFF"/>
                </a:solidFill>
                <a:latin typeface="Arial"/>
                <a:ea typeface="Arial"/>
                <a:cs typeface="Arial"/>
              </a:defRPr>
            </a:lvl2pPr>
            <a:lvl3pPr algn="l">
              <a:defRPr sz="975" b="1">
                <a:solidFill>
                  <a:srgbClr val="FFFFFF"/>
                </a:solidFill>
                <a:latin typeface="Arial"/>
                <a:ea typeface="Arial"/>
                <a:cs typeface="Arial"/>
              </a:defRPr>
            </a:lvl3pPr>
            <a:lvl4pPr algn="l">
              <a:defRPr sz="975" b="1">
                <a:solidFill>
                  <a:srgbClr val="FFFFFF"/>
                </a:solidFill>
                <a:latin typeface="Arial"/>
                <a:ea typeface="Arial"/>
                <a:cs typeface="Arial"/>
              </a:defRPr>
            </a:lvl4pPr>
            <a:lvl5pPr algn="l">
              <a:defRPr sz="975" b="1">
                <a:solidFill>
                  <a:srgbClr val="FFFFFF"/>
                </a:solidFill>
                <a:latin typeface="Arial"/>
                <a:ea typeface="Arial"/>
                <a:cs typeface="Arial"/>
              </a:defRPr>
            </a:lvl5pPr>
            <a:lvl6pPr algn="l">
              <a:defRPr sz="975" b="1">
                <a:solidFill>
                  <a:srgbClr val="FFFFFF"/>
                </a:solidFill>
                <a:latin typeface="Arial"/>
                <a:ea typeface="Arial"/>
                <a:cs typeface="Arial"/>
              </a:defRPr>
            </a:lvl6pPr>
            <a:lvl7pPr algn="l">
              <a:defRPr sz="975" b="1">
                <a:solidFill>
                  <a:srgbClr val="FFFFFF"/>
                </a:solidFill>
                <a:latin typeface="Arial"/>
                <a:ea typeface="Arial"/>
                <a:cs typeface="Arial"/>
              </a:defRPr>
            </a:lvl7pPr>
            <a:lvl8pPr algn="l">
              <a:defRPr sz="975" b="1">
                <a:solidFill>
                  <a:srgbClr val="FFFFFF"/>
                </a:solidFill>
                <a:latin typeface="Arial"/>
                <a:ea typeface="Arial"/>
                <a:cs typeface="Arial"/>
              </a:defRPr>
            </a:lvl8pPr>
            <a:lvl9pPr algn="l">
              <a:defRPr sz="975" b="1">
                <a:solidFill>
                  <a:srgbClr val="FFFFFF"/>
                </a:solidFill>
                <a:latin typeface="Arial"/>
                <a:ea typeface="Arial"/>
                <a:cs typeface="Arial"/>
              </a:defRPr>
            </a:lvl9pPr>
          </a:lstStyle>
          <a:p xmlns:a="http://schemas.openxmlformats.org/drawingml/2006/main">
            <a:pPr algn="l">
              <a:defRPr sz="975" b="1">
                <a:solidFill>
                  <a:srgbClr val="FFFFFF"/>
                </a:solidFill>
              </a:defRPr>
            </a:pPr>
            <a:r>
              <a:rPr sz="975" b="1">
                <a:solidFill>
                  <a:srgbClr val="FFFFFF"/>
                </a:solidFill>
                <a:latin typeface="Arial"/>
                <a:ea typeface="Arial"/>
                <a:cs typeface="Arial"/>
              </a:rPr>
              <a:t>АЛЬФА ХАК 2026</a:t>
            </a:r>
          </a:p>
        </p:txBody>
      </p:sp>
      <p:sp>
        <p:nvSpPr>
          <p:cNvPr id="7" name="Четыре результата рассмотрения">
            <a:extLst xmlns:a="http://schemas.openxmlformats.org/drawingml/2006/main">
              <a:ext uri="{FF2B5EF4-FFF2-40B4-BE49-F238E27FC236}">
                <a16:creationId xmlns:a16="http://schemas.microsoft.com/office/drawing/2014/main" id="{A97D8E12-DEE9-417B-BEB8-AF558A53C2F1}"/>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FFFFFF"/>
                </a:solidFill>
                <a:latin typeface="Arial"/>
                <a:ea typeface="Arial"/>
                <a:cs typeface="Arial"/>
              </a:defRPr>
            </a:defPPr>
            <a:lvl1pPr algn="l">
              <a:defRPr sz="3675" b="1">
                <a:solidFill>
                  <a:srgbClr val="FFFFFF"/>
                </a:solidFill>
                <a:latin typeface="Arial"/>
                <a:ea typeface="Arial"/>
                <a:cs typeface="Arial"/>
              </a:defRPr>
            </a:lvl1pPr>
            <a:lvl2pPr algn="l">
              <a:defRPr sz="3675" b="1">
                <a:solidFill>
                  <a:srgbClr val="FFFFFF"/>
                </a:solidFill>
                <a:latin typeface="Arial"/>
                <a:ea typeface="Arial"/>
                <a:cs typeface="Arial"/>
              </a:defRPr>
            </a:lvl2pPr>
            <a:lvl3pPr algn="l">
              <a:defRPr sz="3675" b="1">
                <a:solidFill>
                  <a:srgbClr val="FFFFFF"/>
                </a:solidFill>
                <a:latin typeface="Arial"/>
                <a:ea typeface="Arial"/>
                <a:cs typeface="Arial"/>
              </a:defRPr>
            </a:lvl3pPr>
            <a:lvl4pPr algn="l">
              <a:defRPr sz="3675" b="1">
                <a:solidFill>
                  <a:srgbClr val="FFFFFF"/>
                </a:solidFill>
                <a:latin typeface="Arial"/>
                <a:ea typeface="Arial"/>
                <a:cs typeface="Arial"/>
              </a:defRPr>
            </a:lvl4pPr>
            <a:lvl5pPr algn="l">
              <a:defRPr sz="3675" b="1">
                <a:solidFill>
                  <a:srgbClr val="FFFFFF"/>
                </a:solidFill>
                <a:latin typeface="Arial"/>
                <a:ea typeface="Arial"/>
                <a:cs typeface="Arial"/>
              </a:defRPr>
            </a:lvl5pPr>
            <a:lvl6pPr algn="l">
              <a:defRPr sz="3675" b="1">
                <a:solidFill>
                  <a:srgbClr val="FFFFFF"/>
                </a:solidFill>
                <a:latin typeface="Arial"/>
                <a:ea typeface="Arial"/>
                <a:cs typeface="Arial"/>
              </a:defRPr>
            </a:lvl6pPr>
            <a:lvl7pPr algn="l">
              <a:defRPr sz="3675" b="1">
                <a:solidFill>
                  <a:srgbClr val="FFFFFF"/>
                </a:solidFill>
                <a:latin typeface="Arial"/>
                <a:ea typeface="Arial"/>
                <a:cs typeface="Arial"/>
              </a:defRPr>
            </a:lvl7pPr>
            <a:lvl8pPr algn="l">
              <a:defRPr sz="3675" b="1">
                <a:solidFill>
                  <a:srgbClr val="FFFFFF"/>
                </a:solidFill>
                <a:latin typeface="Arial"/>
                <a:ea typeface="Arial"/>
                <a:cs typeface="Arial"/>
              </a:defRPr>
            </a:lvl8pPr>
            <a:lvl9pPr algn="l">
              <a:defRPr sz="3675" b="1">
                <a:solidFill>
                  <a:srgbClr val="FFFFFF"/>
                </a:solidFill>
                <a:latin typeface="Arial"/>
                <a:ea typeface="Arial"/>
                <a:cs typeface="Arial"/>
              </a:defRPr>
            </a:lvl9pPr>
          </a:lstStyle>
          <a:p xmlns:a="http://schemas.openxmlformats.org/drawingml/2006/main">
            <a:pPr algn="l">
              <a:defRPr sz="3675" b="1">
                <a:solidFill>
                  <a:srgbClr val="FFFFFF"/>
                </a:solidFill>
              </a:defRPr>
            </a:pPr>
            <a:r>
              <a:rPr sz="3675" b="1">
                <a:solidFill>
                  <a:srgbClr val="FFFFFF"/>
                </a:solidFill>
                <a:latin typeface="Arial"/>
                <a:ea typeface="Arial"/>
                <a:cs typeface="Arial"/>
              </a:rPr>
              <a:t>Четыре результата рассмотрения</a:t>
            </a:r>
          </a:p>
        </p:txBody>
      </p:sp>
      <p:sp>
        <p:nvSpPr>
          <p:cNvPr id="8" name="Поток / Gambit_Yvaga">
            <a:extLst xmlns:a="http://schemas.openxmlformats.org/drawingml/2006/main">
              <a:ext uri="{FF2B5EF4-FFF2-40B4-BE49-F238E27FC236}">
                <a16:creationId xmlns:a16="http://schemas.microsoft.com/office/drawing/2014/main" id="{4D9A5B0E-949D-4719-B3D0-327E5601F557}"/>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FFFFFF"/>
                </a:solidFill>
                <a:latin typeface="Arial"/>
                <a:ea typeface="Arial"/>
                <a:cs typeface="Arial"/>
              </a:defRPr>
            </a:defPPr>
            <a:lvl1pPr algn="l">
              <a:defRPr sz="1125" b="0">
                <a:solidFill>
                  <a:srgbClr val="FFFFFF"/>
                </a:solidFill>
                <a:latin typeface="Arial"/>
                <a:ea typeface="Arial"/>
                <a:cs typeface="Arial"/>
              </a:defRPr>
            </a:lvl1pPr>
            <a:lvl2pPr algn="l">
              <a:defRPr sz="1125" b="0">
                <a:solidFill>
                  <a:srgbClr val="FFFFFF"/>
                </a:solidFill>
                <a:latin typeface="Arial"/>
                <a:ea typeface="Arial"/>
                <a:cs typeface="Arial"/>
              </a:defRPr>
            </a:lvl2pPr>
            <a:lvl3pPr algn="l">
              <a:defRPr sz="1125" b="0">
                <a:solidFill>
                  <a:srgbClr val="FFFFFF"/>
                </a:solidFill>
                <a:latin typeface="Arial"/>
                <a:ea typeface="Arial"/>
                <a:cs typeface="Arial"/>
              </a:defRPr>
            </a:lvl3pPr>
            <a:lvl4pPr algn="l">
              <a:defRPr sz="1125" b="0">
                <a:solidFill>
                  <a:srgbClr val="FFFFFF"/>
                </a:solidFill>
                <a:latin typeface="Arial"/>
                <a:ea typeface="Arial"/>
                <a:cs typeface="Arial"/>
              </a:defRPr>
            </a:lvl4pPr>
            <a:lvl5pPr algn="l">
              <a:defRPr sz="1125" b="0">
                <a:solidFill>
                  <a:srgbClr val="FFFFFF"/>
                </a:solidFill>
                <a:latin typeface="Arial"/>
                <a:ea typeface="Arial"/>
                <a:cs typeface="Arial"/>
              </a:defRPr>
            </a:lvl5pPr>
            <a:lvl6pPr algn="l">
              <a:defRPr sz="1125" b="0">
                <a:solidFill>
                  <a:srgbClr val="FFFFFF"/>
                </a:solidFill>
                <a:latin typeface="Arial"/>
                <a:ea typeface="Arial"/>
                <a:cs typeface="Arial"/>
              </a:defRPr>
            </a:lvl6pPr>
            <a:lvl7pPr algn="l">
              <a:defRPr sz="1125" b="0">
                <a:solidFill>
                  <a:srgbClr val="FFFFFF"/>
                </a:solidFill>
                <a:latin typeface="Arial"/>
                <a:ea typeface="Arial"/>
                <a:cs typeface="Arial"/>
              </a:defRPr>
            </a:lvl7pPr>
            <a:lvl8pPr algn="l">
              <a:defRPr sz="1125" b="0">
                <a:solidFill>
                  <a:srgbClr val="FFFFFF"/>
                </a:solidFill>
                <a:latin typeface="Arial"/>
                <a:ea typeface="Arial"/>
                <a:cs typeface="Arial"/>
              </a:defRPr>
            </a:lvl8pPr>
            <a:lvl9pPr algn="l">
              <a:defRPr sz="1125" b="0">
                <a:solidFill>
                  <a:srgbClr val="FFFFFF"/>
                </a:solidFill>
                <a:latin typeface="Arial"/>
                <a:ea typeface="Arial"/>
                <a:cs typeface="Arial"/>
              </a:defRPr>
            </a:lvl9pPr>
          </a:lstStyle>
          <a:p xmlns:a="http://schemas.openxmlformats.org/drawingml/2006/main">
            <a:pPr algn="l">
              <a:defRPr sz="1125" b="0">
                <a:solidFill>
                  <a:srgbClr val="FFFFFF"/>
                </a:solidFill>
              </a:defRPr>
            </a:pPr>
            <a:r>
              <a:rPr sz="1125" b="0">
                <a:solidFill>
                  <a:srgbClr val="FFFFFF"/>
                </a:solidFill>
                <a:latin typeface="Arial"/>
                <a:ea typeface="Arial"/>
                <a:cs typeface="Arial"/>
              </a:rPr>
              <a:t>Поток / Gambit_Yvaga</a:t>
            </a:r>
          </a:p>
        </p:txBody>
      </p:sp>
      <p:sp>
        <p:nvSpPr>
          <p:cNvPr id="9" name="06">
            <a:extLst xmlns:a="http://schemas.openxmlformats.org/drawingml/2006/main">
              <a:ext uri="{FF2B5EF4-FFF2-40B4-BE49-F238E27FC236}">
                <a16:creationId xmlns:a16="http://schemas.microsoft.com/office/drawing/2014/main" id="{87C0DFBD-E332-4263-938A-7F35BB45996B}"/>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FFFFFF"/>
                </a:solidFill>
                <a:latin typeface="Arial"/>
                <a:ea typeface="Arial"/>
                <a:cs typeface="Arial"/>
              </a:defRPr>
            </a:defPPr>
            <a:lvl1pPr algn="r">
              <a:defRPr sz="1125" b="0">
                <a:solidFill>
                  <a:srgbClr val="FFFFFF"/>
                </a:solidFill>
                <a:latin typeface="Arial"/>
                <a:ea typeface="Arial"/>
                <a:cs typeface="Arial"/>
              </a:defRPr>
            </a:lvl1pPr>
            <a:lvl2pPr algn="r">
              <a:defRPr sz="1125" b="0">
                <a:solidFill>
                  <a:srgbClr val="FFFFFF"/>
                </a:solidFill>
                <a:latin typeface="Arial"/>
                <a:ea typeface="Arial"/>
                <a:cs typeface="Arial"/>
              </a:defRPr>
            </a:lvl2pPr>
            <a:lvl3pPr algn="r">
              <a:defRPr sz="1125" b="0">
                <a:solidFill>
                  <a:srgbClr val="FFFFFF"/>
                </a:solidFill>
                <a:latin typeface="Arial"/>
                <a:ea typeface="Arial"/>
                <a:cs typeface="Arial"/>
              </a:defRPr>
            </a:lvl3pPr>
            <a:lvl4pPr algn="r">
              <a:defRPr sz="1125" b="0">
                <a:solidFill>
                  <a:srgbClr val="FFFFFF"/>
                </a:solidFill>
                <a:latin typeface="Arial"/>
                <a:ea typeface="Arial"/>
                <a:cs typeface="Arial"/>
              </a:defRPr>
            </a:lvl4pPr>
            <a:lvl5pPr algn="r">
              <a:defRPr sz="1125" b="0">
                <a:solidFill>
                  <a:srgbClr val="FFFFFF"/>
                </a:solidFill>
                <a:latin typeface="Arial"/>
                <a:ea typeface="Arial"/>
                <a:cs typeface="Arial"/>
              </a:defRPr>
            </a:lvl5pPr>
            <a:lvl6pPr algn="r">
              <a:defRPr sz="1125" b="0">
                <a:solidFill>
                  <a:srgbClr val="FFFFFF"/>
                </a:solidFill>
                <a:latin typeface="Arial"/>
                <a:ea typeface="Arial"/>
                <a:cs typeface="Arial"/>
              </a:defRPr>
            </a:lvl6pPr>
            <a:lvl7pPr algn="r">
              <a:defRPr sz="1125" b="0">
                <a:solidFill>
                  <a:srgbClr val="FFFFFF"/>
                </a:solidFill>
                <a:latin typeface="Arial"/>
                <a:ea typeface="Arial"/>
                <a:cs typeface="Arial"/>
              </a:defRPr>
            </a:lvl7pPr>
            <a:lvl8pPr algn="r">
              <a:defRPr sz="1125" b="0">
                <a:solidFill>
                  <a:srgbClr val="FFFFFF"/>
                </a:solidFill>
                <a:latin typeface="Arial"/>
                <a:ea typeface="Arial"/>
                <a:cs typeface="Arial"/>
              </a:defRPr>
            </a:lvl8pPr>
            <a:lvl9pPr algn="r">
              <a:defRPr sz="1125" b="0">
                <a:solidFill>
                  <a:srgbClr val="FFFFFF"/>
                </a:solidFill>
                <a:latin typeface="Arial"/>
                <a:ea typeface="Arial"/>
                <a:cs typeface="Arial"/>
              </a:defRPr>
            </a:lvl9pPr>
          </a:lstStyle>
          <a:p xmlns:a="http://schemas.openxmlformats.org/drawingml/2006/main">
            <a:pPr algn="r">
              <a:defRPr sz="1125" b="0">
                <a:solidFill>
                  <a:srgbClr val="FFFFFF"/>
                </a:solidFill>
              </a:defRPr>
            </a:pPr>
            <a:r>
              <a:rPr sz="1125" b="0">
                <a:solidFill>
                  <a:srgbClr val="FFFFFF"/>
                </a:solidFill>
                <a:latin typeface="Arial"/>
                <a:ea typeface="Arial"/>
                <a:cs typeface="Arial"/>
              </a:rPr>
              <a:t>06</a:t>
            </a:r>
          </a:p>
        </p:txBody>
      </p:sp>
      <p:sp>
        <p:nvSpPr>
          <p:cNvPr id="10" name="Заявка и подтверждённые финансы">
            <a:extLst xmlns:a="http://schemas.openxmlformats.org/drawingml/2006/main">
              <a:ext uri="{FF2B5EF4-FFF2-40B4-BE49-F238E27FC236}">
                <a16:creationId xmlns:a16="http://schemas.microsoft.com/office/drawing/2014/main" id="{90EAA3F5-52EE-49EF-839A-C19403F81F7F}"/>
              </a:ext>
            </a:extLst>
          </p:cNvPr>
          <p:cNvSpPr>
            <a:spLocks xmlns:a="http://schemas.openxmlformats.org/drawingml/2006/main" noGrp="1"/>
          </p:cNvSpPr>
          <p:nvPr/>
        </p:nvSpPr>
        <p:spPr>
          <a:xfrm xmlns:a="http://schemas.openxmlformats.org/drawingml/2006/main">
            <a:off x="3333750" y="1714500"/>
            <a:ext cx="5524500" cy="647700"/>
          </a:xfrm>
          <a:prstGeom xmlns:a="http://schemas.openxmlformats.org/drawingml/2006/main" prst="rect">
            <a:avLst/>
          </a:prstGeom>
          <a:solidFill xmlns:a="http://schemas.openxmlformats.org/drawingml/2006/main">
            <a:srgbClr val="F52B22"/>
          </a:solidFill>
          <a:ln xmlns:a="http://schemas.openxmlformats.org/drawingml/2006/main" w="9525">
            <a:solidFill>
              <a:srgbClr val="555555"/>
            </a:solidFill>
          </a:ln>
        </p:spPr>
        <p:txBody>
          <a:bodyPr xmlns:a="http://schemas.openxmlformats.org/drawingml/2006/main" anchor="ctr"/>
          <a:lstStyle xmlns:a="http://schemas.openxmlformats.org/drawingml/2006/main">
            <a:defPPr algn="ctr">
              <a:defRPr sz="1800" b="1">
                <a:solidFill>
                  <a:srgbClr val="FFFFFF"/>
                </a:solidFill>
                <a:latin typeface="Arial"/>
                <a:ea typeface="Arial"/>
                <a:cs typeface="Arial"/>
              </a:defRPr>
            </a:defPPr>
            <a:lvl1pPr algn="ctr">
              <a:defRPr sz="1800" b="1">
                <a:solidFill>
                  <a:srgbClr val="FFFFFF"/>
                </a:solidFill>
                <a:latin typeface="Arial"/>
                <a:ea typeface="Arial"/>
                <a:cs typeface="Arial"/>
              </a:defRPr>
            </a:lvl1pPr>
            <a:lvl2pPr algn="ctr">
              <a:defRPr sz="1800" b="1">
                <a:solidFill>
                  <a:srgbClr val="FFFFFF"/>
                </a:solidFill>
                <a:latin typeface="Arial"/>
                <a:ea typeface="Arial"/>
                <a:cs typeface="Arial"/>
              </a:defRPr>
            </a:lvl2pPr>
            <a:lvl3pPr algn="ctr">
              <a:defRPr sz="1800" b="1">
                <a:solidFill>
                  <a:srgbClr val="FFFFFF"/>
                </a:solidFill>
                <a:latin typeface="Arial"/>
                <a:ea typeface="Arial"/>
                <a:cs typeface="Arial"/>
              </a:defRPr>
            </a:lvl3pPr>
            <a:lvl4pPr algn="ctr">
              <a:defRPr sz="1800" b="1">
                <a:solidFill>
                  <a:srgbClr val="FFFFFF"/>
                </a:solidFill>
                <a:latin typeface="Arial"/>
                <a:ea typeface="Arial"/>
                <a:cs typeface="Arial"/>
              </a:defRPr>
            </a:lvl4pPr>
            <a:lvl5pPr algn="ctr">
              <a:defRPr sz="1800" b="1">
                <a:solidFill>
                  <a:srgbClr val="FFFFFF"/>
                </a:solidFill>
                <a:latin typeface="Arial"/>
                <a:ea typeface="Arial"/>
                <a:cs typeface="Arial"/>
              </a:defRPr>
            </a:lvl5pPr>
            <a:lvl6pPr algn="ctr">
              <a:defRPr sz="1800" b="1">
                <a:solidFill>
                  <a:srgbClr val="FFFFFF"/>
                </a:solidFill>
                <a:latin typeface="Arial"/>
                <a:ea typeface="Arial"/>
                <a:cs typeface="Arial"/>
              </a:defRPr>
            </a:lvl6pPr>
            <a:lvl7pPr algn="ctr">
              <a:defRPr sz="1800" b="1">
                <a:solidFill>
                  <a:srgbClr val="FFFFFF"/>
                </a:solidFill>
                <a:latin typeface="Arial"/>
                <a:ea typeface="Arial"/>
                <a:cs typeface="Arial"/>
              </a:defRPr>
            </a:lvl7pPr>
            <a:lvl8pPr algn="ctr">
              <a:defRPr sz="1800" b="1">
                <a:solidFill>
                  <a:srgbClr val="FFFFFF"/>
                </a:solidFill>
                <a:latin typeface="Arial"/>
                <a:ea typeface="Arial"/>
                <a:cs typeface="Arial"/>
              </a:defRPr>
            </a:lvl8pPr>
            <a:lvl9pPr algn="ctr">
              <a:defRPr sz="1800" b="1">
                <a:solidFill>
                  <a:srgbClr val="FFFFFF"/>
                </a:solidFill>
                <a:latin typeface="Arial"/>
                <a:ea typeface="Arial"/>
                <a:cs typeface="Arial"/>
              </a:defRPr>
            </a:lvl9pPr>
          </a:lstStyle>
          <a:p xmlns:a="http://schemas.openxmlformats.org/drawingml/2006/main">
            <a:pPr algn="ctr">
              <a:defRPr sz="1800" b="1">
                <a:solidFill>
                  <a:srgbClr val="FFFFFF"/>
                </a:solidFill>
              </a:defRPr>
            </a:pPr>
            <a:r>
              <a:rPr sz="1800" b="1">
                <a:solidFill>
                  <a:srgbClr val="FFFFFF"/>
                </a:solidFill>
                <a:latin typeface="Arial"/>
                <a:ea typeface="Arial"/>
                <a:cs typeface="Arial"/>
              </a:rPr>
              <a:t>Заявка и подтверждённые финансы</a:t>
            </a:r>
          </a:p>
        </p:txBody>
      </p:sp>
      <p:sp>
        <p:nvSpPr>
          <p:cNvPr id="11" name="Одобрение">
            <a:extLst xmlns:a="http://schemas.openxmlformats.org/drawingml/2006/main">
              <a:ext uri="{FF2B5EF4-FFF2-40B4-BE49-F238E27FC236}">
                <a16:creationId xmlns:a16="http://schemas.microsoft.com/office/drawing/2014/main" id="{4CD70EA8-F306-4AF2-8557-9DF56BA37990}"/>
              </a:ext>
            </a:extLst>
          </p:cNvPr>
          <p:cNvSpPr>
            <a:spLocks xmlns:a="http://schemas.openxmlformats.org/drawingml/2006/main" noGrp="1"/>
          </p:cNvSpPr>
          <p:nvPr/>
        </p:nvSpPr>
        <p:spPr>
          <a:xfrm xmlns:a="http://schemas.openxmlformats.org/drawingml/2006/main">
            <a:off x="533400" y="3276600"/>
            <a:ext cx="2552700" cy="762000"/>
          </a:xfrm>
          <a:prstGeom xmlns:a="http://schemas.openxmlformats.org/drawingml/2006/main" prst="rect">
            <a:avLst/>
          </a:prstGeom>
          <a:solidFill xmlns:a="http://schemas.openxmlformats.org/drawingml/2006/main">
            <a:srgbClr val="F52B22"/>
          </a:solidFill>
          <a:ln xmlns:a="http://schemas.openxmlformats.org/drawingml/2006/main" w="9525">
            <a:solidFill>
              <a:srgbClr val="555555"/>
            </a:solidFill>
          </a:ln>
        </p:spPr>
        <p:txBody>
          <a:bodyPr xmlns:a="http://schemas.openxmlformats.org/drawingml/2006/main" anchor="ctr"/>
          <a:lstStyle xmlns:a="http://schemas.openxmlformats.org/drawingml/2006/main">
            <a:defPPr algn="ctr">
              <a:defRPr sz="1800" b="1">
                <a:solidFill>
                  <a:srgbClr val="FFFFFF"/>
                </a:solidFill>
                <a:latin typeface="Arial"/>
                <a:ea typeface="Arial"/>
                <a:cs typeface="Arial"/>
              </a:defRPr>
            </a:defPPr>
            <a:lvl1pPr algn="ctr">
              <a:defRPr sz="1800" b="1">
                <a:solidFill>
                  <a:srgbClr val="FFFFFF"/>
                </a:solidFill>
                <a:latin typeface="Arial"/>
                <a:ea typeface="Arial"/>
                <a:cs typeface="Arial"/>
              </a:defRPr>
            </a:lvl1pPr>
            <a:lvl2pPr algn="ctr">
              <a:defRPr sz="1800" b="1">
                <a:solidFill>
                  <a:srgbClr val="FFFFFF"/>
                </a:solidFill>
                <a:latin typeface="Arial"/>
                <a:ea typeface="Arial"/>
                <a:cs typeface="Arial"/>
              </a:defRPr>
            </a:lvl2pPr>
            <a:lvl3pPr algn="ctr">
              <a:defRPr sz="1800" b="1">
                <a:solidFill>
                  <a:srgbClr val="FFFFFF"/>
                </a:solidFill>
                <a:latin typeface="Arial"/>
                <a:ea typeface="Arial"/>
                <a:cs typeface="Arial"/>
              </a:defRPr>
            </a:lvl3pPr>
            <a:lvl4pPr algn="ctr">
              <a:defRPr sz="1800" b="1">
                <a:solidFill>
                  <a:srgbClr val="FFFFFF"/>
                </a:solidFill>
                <a:latin typeface="Arial"/>
                <a:ea typeface="Arial"/>
                <a:cs typeface="Arial"/>
              </a:defRPr>
            </a:lvl4pPr>
            <a:lvl5pPr algn="ctr">
              <a:defRPr sz="1800" b="1">
                <a:solidFill>
                  <a:srgbClr val="FFFFFF"/>
                </a:solidFill>
                <a:latin typeface="Arial"/>
                <a:ea typeface="Arial"/>
                <a:cs typeface="Arial"/>
              </a:defRPr>
            </a:lvl5pPr>
            <a:lvl6pPr algn="ctr">
              <a:defRPr sz="1800" b="1">
                <a:solidFill>
                  <a:srgbClr val="FFFFFF"/>
                </a:solidFill>
                <a:latin typeface="Arial"/>
                <a:ea typeface="Arial"/>
                <a:cs typeface="Arial"/>
              </a:defRPr>
            </a:lvl6pPr>
            <a:lvl7pPr algn="ctr">
              <a:defRPr sz="1800" b="1">
                <a:solidFill>
                  <a:srgbClr val="FFFFFF"/>
                </a:solidFill>
                <a:latin typeface="Arial"/>
                <a:ea typeface="Arial"/>
                <a:cs typeface="Arial"/>
              </a:defRPr>
            </a:lvl7pPr>
            <a:lvl8pPr algn="ctr">
              <a:defRPr sz="1800" b="1">
                <a:solidFill>
                  <a:srgbClr val="FFFFFF"/>
                </a:solidFill>
                <a:latin typeface="Arial"/>
                <a:ea typeface="Arial"/>
                <a:cs typeface="Arial"/>
              </a:defRPr>
            </a:lvl8pPr>
            <a:lvl9pPr algn="ctr">
              <a:defRPr sz="1800" b="1">
                <a:solidFill>
                  <a:srgbClr val="FFFFFF"/>
                </a:solidFill>
                <a:latin typeface="Arial"/>
                <a:ea typeface="Arial"/>
                <a:cs typeface="Arial"/>
              </a:defRPr>
            </a:lvl9pPr>
          </a:lstStyle>
          <a:p xmlns:a="http://schemas.openxmlformats.org/drawingml/2006/main">
            <a:pPr algn="ctr">
              <a:defRPr sz="1800" b="1">
                <a:solidFill>
                  <a:srgbClr val="FFFFFF"/>
                </a:solidFill>
              </a:defRPr>
            </a:pPr>
            <a:r>
              <a:rPr sz="1800" b="1">
                <a:solidFill>
                  <a:srgbClr val="FFFFFF"/>
                </a:solidFill>
                <a:latin typeface="Arial"/>
                <a:ea typeface="Arial"/>
                <a:cs typeface="Arial"/>
              </a:rPr>
              <a:t>Одобрение</a:t>
            </a:r>
          </a:p>
        </p:txBody>
      </p:sp>
      <p:sp>
        <p:nvSpPr>
          <p:cNvPr id="12" name="APPROVED">
            <a:extLst xmlns:a="http://schemas.openxmlformats.org/drawingml/2006/main">
              <a:ext uri="{FF2B5EF4-FFF2-40B4-BE49-F238E27FC236}">
                <a16:creationId xmlns:a16="http://schemas.microsoft.com/office/drawing/2014/main" id="{A45EC832-3FBE-4F83-8901-16413E1D4D92}"/>
              </a:ext>
            </a:extLst>
          </p:cNvPr>
          <p:cNvSpPr>
            <a:spLocks xmlns:a="http://schemas.openxmlformats.org/drawingml/2006/main" noGrp="1"/>
          </p:cNvSpPr>
          <p:nvPr/>
        </p:nvSpPr>
        <p:spPr>
          <a:xfrm xmlns:a="http://schemas.openxmlformats.org/drawingml/2006/main">
            <a:off x="533400" y="4248150"/>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a:solidFill>
                  <a:srgbClr val="FFFFFF"/>
                </a:solidFill>
                <a:latin typeface="Arial"/>
                <a:ea typeface="Arial"/>
                <a:cs typeface="Arial"/>
              </a:defRPr>
            </a:defPPr>
            <a:lvl1pPr algn="l">
              <a:defRPr sz="1425" b="1">
                <a:solidFill>
                  <a:srgbClr val="FFFFFF"/>
                </a:solidFill>
                <a:latin typeface="Arial"/>
                <a:ea typeface="Arial"/>
                <a:cs typeface="Arial"/>
              </a:defRPr>
            </a:lvl1pPr>
            <a:lvl2pPr algn="l">
              <a:defRPr sz="1425" b="1">
                <a:solidFill>
                  <a:srgbClr val="FFFFFF"/>
                </a:solidFill>
                <a:latin typeface="Arial"/>
                <a:ea typeface="Arial"/>
                <a:cs typeface="Arial"/>
              </a:defRPr>
            </a:lvl2pPr>
            <a:lvl3pPr algn="l">
              <a:defRPr sz="1425" b="1">
                <a:solidFill>
                  <a:srgbClr val="FFFFFF"/>
                </a:solidFill>
                <a:latin typeface="Arial"/>
                <a:ea typeface="Arial"/>
                <a:cs typeface="Arial"/>
              </a:defRPr>
            </a:lvl3pPr>
            <a:lvl4pPr algn="l">
              <a:defRPr sz="1425" b="1">
                <a:solidFill>
                  <a:srgbClr val="FFFFFF"/>
                </a:solidFill>
                <a:latin typeface="Arial"/>
                <a:ea typeface="Arial"/>
                <a:cs typeface="Arial"/>
              </a:defRPr>
            </a:lvl4pPr>
            <a:lvl5pPr algn="l">
              <a:defRPr sz="1425" b="1">
                <a:solidFill>
                  <a:srgbClr val="FFFFFF"/>
                </a:solidFill>
                <a:latin typeface="Arial"/>
                <a:ea typeface="Arial"/>
                <a:cs typeface="Arial"/>
              </a:defRPr>
            </a:lvl5pPr>
            <a:lvl6pPr algn="l">
              <a:defRPr sz="1425" b="1">
                <a:solidFill>
                  <a:srgbClr val="FFFFFF"/>
                </a:solidFill>
                <a:latin typeface="Arial"/>
                <a:ea typeface="Arial"/>
                <a:cs typeface="Arial"/>
              </a:defRPr>
            </a:lvl6pPr>
            <a:lvl7pPr algn="l">
              <a:defRPr sz="1425" b="1">
                <a:solidFill>
                  <a:srgbClr val="FFFFFF"/>
                </a:solidFill>
                <a:latin typeface="Arial"/>
                <a:ea typeface="Arial"/>
                <a:cs typeface="Arial"/>
              </a:defRPr>
            </a:lvl7pPr>
            <a:lvl8pPr algn="l">
              <a:defRPr sz="1425" b="1">
                <a:solidFill>
                  <a:srgbClr val="FFFFFF"/>
                </a:solidFill>
                <a:latin typeface="Arial"/>
                <a:ea typeface="Arial"/>
                <a:cs typeface="Arial"/>
              </a:defRPr>
            </a:lvl8pPr>
            <a:lvl9pPr algn="l">
              <a:defRPr sz="1425" b="1">
                <a:solidFill>
                  <a:srgbClr val="FFFFFF"/>
                </a:solidFill>
                <a:latin typeface="Arial"/>
                <a:ea typeface="Arial"/>
                <a:cs typeface="Arial"/>
              </a:defRPr>
            </a:lvl9pPr>
          </a:lstStyle>
          <a:p xmlns:a="http://schemas.openxmlformats.org/drawingml/2006/main">
            <a:pPr algn="l">
              <a:defRPr sz="1425" b="1">
                <a:solidFill>
                  <a:srgbClr val="FFFFFF"/>
                </a:solidFill>
              </a:defRPr>
            </a:pPr>
            <a:r>
              <a:rPr sz="1425" b="1">
                <a:solidFill>
                  <a:srgbClr val="FFFFFF"/>
                </a:solidFill>
                <a:latin typeface="Arial"/>
                <a:ea typeface="Arial"/>
                <a:cs typeface="Arial"/>
              </a:rPr>
              <a:t>APPROVED</a:t>
            </a:r>
          </a:p>
        </p:txBody>
      </p:sp>
      <p:sp>
        <p:nvSpPr>
          <p:cNvPr id="13" name="Предложение на заявленную сумму">
            <a:extLst xmlns:a="http://schemas.openxmlformats.org/drawingml/2006/main">
              <a:ext uri="{FF2B5EF4-FFF2-40B4-BE49-F238E27FC236}">
                <a16:creationId xmlns:a16="http://schemas.microsoft.com/office/drawing/2014/main" id="{BB86ABD5-5BD6-4E0B-BDF7-1C1DB4A0911F}"/>
              </a:ext>
            </a:extLst>
          </p:cNvPr>
          <p:cNvSpPr>
            <a:spLocks xmlns:a="http://schemas.openxmlformats.org/drawingml/2006/main" noGrp="1"/>
          </p:cNvSpPr>
          <p:nvPr/>
        </p:nvSpPr>
        <p:spPr>
          <a:xfrm xmlns:a="http://schemas.openxmlformats.org/drawingml/2006/main">
            <a:off x="533400" y="4705350"/>
            <a:ext cx="2571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0">
                <a:solidFill>
                  <a:srgbClr val="FFFFFF"/>
                </a:solidFill>
                <a:latin typeface="Arial"/>
                <a:ea typeface="Arial"/>
                <a:cs typeface="Arial"/>
              </a:defRPr>
            </a:defPPr>
            <a:lvl1pPr algn="l">
              <a:defRPr sz="1875" b="0">
                <a:solidFill>
                  <a:srgbClr val="FFFFFF"/>
                </a:solidFill>
                <a:latin typeface="Arial"/>
                <a:ea typeface="Arial"/>
                <a:cs typeface="Arial"/>
              </a:defRPr>
            </a:lvl1pPr>
            <a:lvl2pPr algn="l">
              <a:defRPr sz="1875" b="0">
                <a:solidFill>
                  <a:srgbClr val="FFFFFF"/>
                </a:solidFill>
                <a:latin typeface="Arial"/>
                <a:ea typeface="Arial"/>
                <a:cs typeface="Arial"/>
              </a:defRPr>
            </a:lvl2pPr>
            <a:lvl3pPr algn="l">
              <a:defRPr sz="1875" b="0">
                <a:solidFill>
                  <a:srgbClr val="FFFFFF"/>
                </a:solidFill>
                <a:latin typeface="Arial"/>
                <a:ea typeface="Arial"/>
                <a:cs typeface="Arial"/>
              </a:defRPr>
            </a:lvl3pPr>
            <a:lvl4pPr algn="l">
              <a:defRPr sz="1875" b="0">
                <a:solidFill>
                  <a:srgbClr val="FFFFFF"/>
                </a:solidFill>
                <a:latin typeface="Arial"/>
                <a:ea typeface="Arial"/>
                <a:cs typeface="Arial"/>
              </a:defRPr>
            </a:lvl4pPr>
            <a:lvl5pPr algn="l">
              <a:defRPr sz="1875" b="0">
                <a:solidFill>
                  <a:srgbClr val="FFFFFF"/>
                </a:solidFill>
                <a:latin typeface="Arial"/>
                <a:ea typeface="Arial"/>
                <a:cs typeface="Arial"/>
              </a:defRPr>
            </a:lvl5pPr>
            <a:lvl6pPr algn="l">
              <a:defRPr sz="1875" b="0">
                <a:solidFill>
                  <a:srgbClr val="FFFFFF"/>
                </a:solidFill>
                <a:latin typeface="Arial"/>
                <a:ea typeface="Arial"/>
                <a:cs typeface="Arial"/>
              </a:defRPr>
            </a:lvl6pPr>
            <a:lvl7pPr algn="l">
              <a:defRPr sz="1875" b="0">
                <a:solidFill>
                  <a:srgbClr val="FFFFFF"/>
                </a:solidFill>
                <a:latin typeface="Arial"/>
                <a:ea typeface="Arial"/>
                <a:cs typeface="Arial"/>
              </a:defRPr>
            </a:lvl7pPr>
            <a:lvl8pPr algn="l">
              <a:defRPr sz="1875" b="0">
                <a:solidFill>
                  <a:srgbClr val="FFFFFF"/>
                </a:solidFill>
                <a:latin typeface="Arial"/>
                <a:ea typeface="Arial"/>
                <a:cs typeface="Arial"/>
              </a:defRPr>
            </a:lvl8pPr>
            <a:lvl9pPr algn="l">
              <a:defRPr sz="1875" b="0">
                <a:solidFill>
                  <a:srgbClr val="FFFFFF"/>
                </a:solidFill>
                <a:latin typeface="Arial"/>
                <a:ea typeface="Arial"/>
                <a:cs typeface="Arial"/>
              </a:defRPr>
            </a:lvl9pPr>
          </a:lstStyle>
          <a:p xmlns:a="http://schemas.openxmlformats.org/drawingml/2006/main">
            <a:pPr algn="l">
              <a:defRPr sz="1875" b="0">
                <a:solidFill>
                  <a:srgbClr val="FFFFFF"/>
                </a:solidFill>
              </a:defRPr>
            </a:pPr>
            <a:r>
              <a:rPr sz="1875" b="0">
                <a:solidFill>
                  <a:srgbClr val="FFFFFF"/>
                </a:solidFill>
                <a:latin typeface="Arial"/>
                <a:ea typeface="Arial"/>
                <a:cs typeface="Arial"/>
              </a:rPr>
              <a:t>Предложение на заявленную сумму</a:t>
            </a:r>
          </a:p>
        </p:txBody>
      </p:sp>
      <p:sp>
        <p:nvSpPr>
          <p:cNvPr id="14" name="Отказ">
            <a:extLst xmlns:a="http://schemas.openxmlformats.org/drawingml/2006/main">
              <a:ext uri="{FF2B5EF4-FFF2-40B4-BE49-F238E27FC236}">
                <a16:creationId xmlns:a16="http://schemas.microsoft.com/office/drawing/2014/main" id="{58433A9E-A0D6-4722-ABA7-3A3F70119ECA}"/>
              </a:ext>
            </a:extLst>
          </p:cNvPr>
          <p:cNvSpPr>
            <a:spLocks xmlns:a="http://schemas.openxmlformats.org/drawingml/2006/main" noGrp="1"/>
          </p:cNvSpPr>
          <p:nvPr/>
        </p:nvSpPr>
        <p:spPr>
          <a:xfrm xmlns:a="http://schemas.openxmlformats.org/drawingml/2006/main">
            <a:off x="3390900" y="3276600"/>
            <a:ext cx="2552700" cy="762000"/>
          </a:xfrm>
          <a:prstGeom xmlns:a="http://schemas.openxmlformats.org/drawingml/2006/main" prst="rect">
            <a:avLst/>
          </a:prstGeom>
          <a:solidFill xmlns:a="http://schemas.openxmlformats.org/drawingml/2006/main">
            <a:srgbClr val="333333"/>
          </a:solidFill>
          <a:ln xmlns:a="http://schemas.openxmlformats.org/drawingml/2006/main" w="9525">
            <a:solidFill>
              <a:srgbClr val="555555"/>
            </a:solidFill>
          </a:ln>
        </p:spPr>
        <p:txBody>
          <a:bodyPr xmlns:a="http://schemas.openxmlformats.org/drawingml/2006/main" anchor="ctr"/>
          <a:lstStyle xmlns:a="http://schemas.openxmlformats.org/drawingml/2006/main">
            <a:defPPr algn="ctr">
              <a:defRPr sz="1800" b="1">
                <a:solidFill>
                  <a:srgbClr val="FFFFFF"/>
                </a:solidFill>
                <a:latin typeface="Arial"/>
                <a:ea typeface="Arial"/>
                <a:cs typeface="Arial"/>
              </a:defRPr>
            </a:defPPr>
            <a:lvl1pPr algn="ctr">
              <a:defRPr sz="1800" b="1">
                <a:solidFill>
                  <a:srgbClr val="FFFFFF"/>
                </a:solidFill>
                <a:latin typeface="Arial"/>
                <a:ea typeface="Arial"/>
                <a:cs typeface="Arial"/>
              </a:defRPr>
            </a:lvl1pPr>
            <a:lvl2pPr algn="ctr">
              <a:defRPr sz="1800" b="1">
                <a:solidFill>
                  <a:srgbClr val="FFFFFF"/>
                </a:solidFill>
                <a:latin typeface="Arial"/>
                <a:ea typeface="Arial"/>
                <a:cs typeface="Arial"/>
              </a:defRPr>
            </a:lvl2pPr>
            <a:lvl3pPr algn="ctr">
              <a:defRPr sz="1800" b="1">
                <a:solidFill>
                  <a:srgbClr val="FFFFFF"/>
                </a:solidFill>
                <a:latin typeface="Arial"/>
                <a:ea typeface="Arial"/>
                <a:cs typeface="Arial"/>
              </a:defRPr>
            </a:lvl3pPr>
            <a:lvl4pPr algn="ctr">
              <a:defRPr sz="1800" b="1">
                <a:solidFill>
                  <a:srgbClr val="FFFFFF"/>
                </a:solidFill>
                <a:latin typeface="Arial"/>
                <a:ea typeface="Arial"/>
                <a:cs typeface="Arial"/>
              </a:defRPr>
            </a:lvl4pPr>
            <a:lvl5pPr algn="ctr">
              <a:defRPr sz="1800" b="1">
                <a:solidFill>
                  <a:srgbClr val="FFFFFF"/>
                </a:solidFill>
                <a:latin typeface="Arial"/>
                <a:ea typeface="Arial"/>
                <a:cs typeface="Arial"/>
              </a:defRPr>
            </a:lvl5pPr>
            <a:lvl6pPr algn="ctr">
              <a:defRPr sz="1800" b="1">
                <a:solidFill>
                  <a:srgbClr val="FFFFFF"/>
                </a:solidFill>
                <a:latin typeface="Arial"/>
                <a:ea typeface="Arial"/>
                <a:cs typeface="Arial"/>
              </a:defRPr>
            </a:lvl6pPr>
            <a:lvl7pPr algn="ctr">
              <a:defRPr sz="1800" b="1">
                <a:solidFill>
                  <a:srgbClr val="FFFFFF"/>
                </a:solidFill>
                <a:latin typeface="Arial"/>
                <a:ea typeface="Arial"/>
                <a:cs typeface="Arial"/>
              </a:defRPr>
            </a:lvl7pPr>
            <a:lvl8pPr algn="ctr">
              <a:defRPr sz="1800" b="1">
                <a:solidFill>
                  <a:srgbClr val="FFFFFF"/>
                </a:solidFill>
                <a:latin typeface="Arial"/>
                <a:ea typeface="Arial"/>
                <a:cs typeface="Arial"/>
              </a:defRPr>
            </a:lvl8pPr>
            <a:lvl9pPr algn="ctr">
              <a:defRPr sz="1800" b="1">
                <a:solidFill>
                  <a:srgbClr val="FFFFFF"/>
                </a:solidFill>
                <a:latin typeface="Arial"/>
                <a:ea typeface="Arial"/>
                <a:cs typeface="Arial"/>
              </a:defRPr>
            </a:lvl9pPr>
          </a:lstStyle>
          <a:p xmlns:a="http://schemas.openxmlformats.org/drawingml/2006/main">
            <a:pPr algn="ctr">
              <a:defRPr sz="1800" b="1">
                <a:solidFill>
                  <a:srgbClr val="FFFFFF"/>
                </a:solidFill>
              </a:defRPr>
            </a:pPr>
            <a:r>
              <a:rPr sz="1800" b="1">
                <a:solidFill>
                  <a:srgbClr val="FFFFFF"/>
                </a:solidFill>
                <a:latin typeface="Arial"/>
                <a:ea typeface="Arial"/>
                <a:cs typeface="Arial"/>
              </a:rPr>
              <a:t>Отказ</a:t>
            </a:r>
          </a:p>
        </p:txBody>
      </p:sp>
      <p:sp>
        <p:nvSpPr>
          <p:cNvPr id="15" name="DECLINED">
            <a:extLst xmlns:a="http://schemas.openxmlformats.org/drawingml/2006/main">
              <a:ext uri="{FF2B5EF4-FFF2-40B4-BE49-F238E27FC236}">
                <a16:creationId xmlns:a16="http://schemas.microsoft.com/office/drawing/2014/main" id="{8AB85EA5-6D97-400E-B552-223D173D2965}"/>
              </a:ext>
            </a:extLst>
          </p:cNvPr>
          <p:cNvSpPr>
            <a:spLocks xmlns:a="http://schemas.openxmlformats.org/drawingml/2006/main" noGrp="1"/>
          </p:cNvSpPr>
          <p:nvPr/>
        </p:nvSpPr>
        <p:spPr>
          <a:xfrm xmlns:a="http://schemas.openxmlformats.org/drawingml/2006/main">
            <a:off x="3390900" y="4248150"/>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a:solidFill>
                  <a:srgbClr val="FFFFFF"/>
                </a:solidFill>
                <a:latin typeface="Arial"/>
                <a:ea typeface="Arial"/>
                <a:cs typeface="Arial"/>
              </a:defRPr>
            </a:defPPr>
            <a:lvl1pPr algn="l">
              <a:defRPr sz="1425" b="1">
                <a:solidFill>
                  <a:srgbClr val="FFFFFF"/>
                </a:solidFill>
                <a:latin typeface="Arial"/>
                <a:ea typeface="Arial"/>
                <a:cs typeface="Arial"/>
              </a:defRPr>
            </a:lvl1pPr>
            <a:lvl2pPr algn="l">
              <a:defRPr sz="1425" b="1">
                <a:solidFill>
                  <a:srgbClr val="FFFFFF"/>
                </a:solidFill>
                <a:latin typeface="Arial"/>
                <a:ea typeface="Arial"/>
                <a:cs typeface="Arial"/>
              </a:defRPr>
            </a:lvl2pPr>
            <a:lvl3pPr algn="l">
              <a:defRPr sz="1425" b="1">
                <a:solidFill>
                  <a:srgbClr val="FFFFFF"/>
                </a:solidFill>
                <a:latin typeface="Arial"/>
                <a:ea typeface="Arial"/>
                <a:cs typeface="Arial"/>
              </a:defRPr>
            </a:lvl3pPr>
            <a:lvl4pPr algn="l">
              <a:defRPr sz="1425" b="1">
                <a:solidFill>
                  <a:srgbClr val="FFFFFF"/>
                </a:solidFill>
                <a:latin typeface="Arial"/>
                <a:ea typeface="Arial"/>
                <a:cs typeface="Arial"/>
              </a:defRPr>
            </a:lvl4pPr>
            <a:lvl5pPr algn="l">
              <a:defRPr sz="1425" b="1">
                <a:solidFill>
                  <a:srgbClr val="FFFFFF"/>
                </a:solidFill>
                <a:latin typeface="Arial"/>
                <a:ea typeface="Arial"/>
                <a:cs typeface="Arial"/>
              </a:defRPr>
            </a:lvl5pPr>
            <a:lvl6pPr algn="l">
              <a:defRPr sz="1425" b="1">
                <a:solidFill>
                  <a:srgbClr val="FFFFFF"/>
                </a:solidFill>
                <a:latin typeface="Arial"/>
                <a:ea typeface="Arial"/>
                <a:cs typeface="Arial"/>
              </a:defRPr>
            </a:lvl6pPr>
            <a:lvl7pPr algn="l">
              <a:defRPr sz="1425" b="1">
                <a:solidFill>
                  <a:srgbClr val="FFFFFF"/>
                </a:solidFill>
                <a:latin typeface="Arial"/>
                <a:ea typeface="Arial"/>
                <a:cs typeface="Arial"/>
              </a:defRPr>
            </a:lvl7pPr>
            <a:lvl8pPr algn="l">
              <a:defRPr sz="1425" b="1">
                <a:solidFill>
                  <a:srgbClr val="FFFFFF"/>
                </a:solidFill>
                <a:latin typeface="Arial"/>
                <a:ea typeface="Arial"/>
                <a:cs typeface="Arial"/>
              </a:defRPr>
            </a:lvl8pPr>
            <a:lvl9pPr algn="l">
              <a:defRPr sz="1425" b="1">
                <a:solidFill>
                  <a:srgbClr val="FFFFFF"/>
                </a:solidFill>
                <a:latin typeface="Arial"/>
                <a:ea typeface="Arial"/>
                <a:cs typeface="Arial"/>
              </a:defRPr>
            </a:lvl9pPr>
          </a:lstStyle>
          <a:p xmlns:a="http://schemas.openxmlformats.org/drawingml/2006/main">
            <a:pPr algn="l">
              <a:defRPr sz="1425" b="1">
                <a:solidFill>
                  <a:srgbClr val="FFFFFF"/>
                </a:solidFill>
              </a:defRPr>
            </a:pPr>
            <a:r>
              <a:rPr sz="1425" b="1">
                <a:solidFill>
                  <a:srgbClr val="FFFFFF"/>
                </a:solidFill>
                <a:latin typeface="Arial"/>
                <a:ea typeface="Arial"/>
                <a:cs typeface="Arial"/>
              </a:rPr>
              <a:t>DECLINED</a:t>
            </a:r>
          </a:p>
        </p:txBody>
      </p:sp>
      <p:sp>
        <p:nvSpPr>
          <p:cNvPr id="16" name="Причина отказа в кабинете">
            <a:extLst xmlns:a="http://schemas.openxmlformats.org/drawingml/2006/main">
              <a:ext uri="{FF2B5EF4-FFF2-40B4-BE49-F238E27FC236}">
                <a16:creationId xmlns:a16="http://schemas.microsoft.com/office/drawing/2014/main" id="{5A0E20E2-3DCB-4256-9F3A-00A21797C3C2}"/>
              </a:ext>
            </a:extLst>
          </p:cNvPr>
          <p:cNvSpPr>
            <a:spLocks xmlns:a="http://schemas.openxmlformats.org/drawingml/2006/main" noGrp="1"/>
          </p:cNvSpPr>
          <p:nvPr/>
        </p:nvSpPr>
        <p:spPr>
          <a:xfrm xmlns:a="http://schemas.openxmlformats.org/drawingml/2006/main">
            <a:off x="3390900" y="4705350"/>
            <a:ext cx="2571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0">
                <a:solidFill>
                  <a:srgbClr val="FFFFFF"/>
                </a:solidFill>
                <a:latin typeface="Arial"/>
                <a:ea typeface="Arial"/>
                <a:cs typeface="Arial"/>
              </a:defRPr>
            </a:defPPr>
            <a:lvl1pPr algn="l">
              <a:defRPr sz="1875" b="0">
                <a:solidFill>
                  <a:srgbClr val="FFFFFF"/>
                </a:solidFill>
                <a:latin typeface="Arial"/>
                <a:ea typeface="Arial"/>
                <a:cs typeface="Arial"/>
              </a:defRPr>
            </a:lvl1pPr>
            <a:lvl2pPr algn="l">
              <a:defRPr sz="1875" b="0">
                <a:solidFill>
                  <a:srgbClr val="FFFFFF"/>
                </a:solidFill>
                <a:latin typeface="Arial"/>
                <a:ea typeface="Arial"/>
                <a:cs typeface="Arial"/>
              </a:defRPr>
            </a:lvl2pPr>
            <a:lvl3pPr algn="l">
              <a:defRPr sz="1875" b="0">
                <a:solidFill>
                  <a:srgbClr val="FFFFFF"/>
                </a:solidFill>
                <a:latin typeface="Arial"/>
                <a:ea typeface="Arial"/>
                <a:cs typeface="Arial"/>
              </a:defRPr>
            </a:lvl3pPr>
            <a:lvl4pPr algn="l">
              <a:defRPr sz="1875" b="0">
                <a:solidFill>
                  <a:srgbClr val="FFFFFF"/>
                </a:solidFill>
                <a:latin typeface="Arial"/>
                <a:ea typeface="Arial"/>
                <a:cs typeface="Arial"/>
              </a:defRPr>
            </a:lvl4pPr>
            <a:lvl5pPr algn="l">
              <a:defRPr sz="1875" b="0">
                <a:solidFill>
                  <a:srgbClr val="FFFFFF"/>
                </a:solidFill>
                <a:latin typeface="Arial"/>
                <a:ea typeface="Arial"/>
                <a:cs typeface="Arial"/>
              </a:defRPr>
            </a:lvl5pPr>
            <a:lvl6pPr algn="l">
              <a:defRPr sz="1875" b="0">
                <a:solidFill>
                  <a:srgbClr val="FFFFFF"/>
                </a:solidFill>
                <a:latin typeface="Arial"/>
                <a:ea typeface="Arial"/>
                <a:cs typeface="Arial"/>
              </a:defRPr>
            </a:lvl6pPr>
            <a:lvl7pPr algn="l">
              <a:defRPr sz="1875" b="0">
                <a:solidFill>
                  <a:srgbClr val="FFFFFF"/>
                </a:solidFill>
                <a:latin typeface="Arial"/>
                <a:ea typeface="Arial"/>
                <a:cs typeface="Arial"/>
              </a:defRPr>
            </a:lvl7pPr>
            <a:lvl8pPr algn="l">
              <a:defRPr sz="1875" b="0">
                <a:solidFill>
                  <a:srgbClr val="FFFFFF"/>
                </a:solidFill>
                <a:latin typeface="Arial"/>
                <a:ea typeface="Arial"/>
                <a:cs typeface="Arial"/>
              </a:defRPr>
            </a:lvl8pPr>
            <a:lvl9pPr algn="l">
              <a:defRPr sz="1875" b="0">
                <a:solidFill>
                  <a:srgbClr val="FFFFFF"/>
                </a:solidFill>
                <a:latin typeface="Arial"/>
                <a:ea typeface="Arial"/>
                <a:cs typeface="Arial"/>
              </a:defRPr>
            </a:lvl9pPr>
          </a:lstStyle>
          <a:p xmlns:a="http://schemas.openxmlformats.org/drawingml/2006/main">
            <a:pPr algn="l">
              <a:defRPr sz="1875" b="0">
                <a:solidFill>
                  <a:srgbClr val="FFFFFF"/>
                </a:solidFill>
              </a:defRPr>
            </a:pPr>
            <a:r>
              <a:rPr sz="1875" b="0">
                <a:solidFill>
                  <a:srgbClr val="FFFFFF"/>
                </a:solidFill>
                <a:latin typeface="Arial"/>
                <a:ea typeface="Arial"/>
                <a:cs typeface="Arial"/>
              </a:rPr>
              <a:t>Причина отказа в кабинете</a:t>
            </a:r>
          </a:p>
        </p:txBody>
      </p:sp>
      <p:sp>
        <p:nvSpPr>
          <p:cNvPr id="17" name="Ручная проверка">
            <a:extLst xmlns:a="http://schemas.openxmlformats.org/drawingml/2006/main">
              <a:ext uri="{FF2B5EF4-FFF2-40B4-BE49-F238E27FC236}">
                <a16:creationId xmlns:a16="http://schemas.microsoft.com/office/drawing/2014/main" id="{0B7F8EA3-D304-4BAA-9359-B90F102FC189}"/>
              </a:ext>
            </a:extLst>
          </p:cNvPr>
          <p:cNvSpPr>
            <a:spLocks xmlns:a="http://schemas.openxmlformats.org/drawingml/2006/main" noGrp="1"/>
          </p:cNvSpPr>
          <p:nvPr/>
        </p:nvSpPr>
        <p:spPr>
          <a:xfrm xmlns:a="http://schemas.openxmlformats.org/drawingml/2006/main">
            <a:off x="6248400" y="3276600"/>
            <a:ext cx="2552700" cy="762000"/>
          </a:xfrm>
          <a:prstGeom xmlns:a="http://schemas.openxmlformats.org/drawingml/2006/main" prst="rect">
            <a:avLst/>
          </a:prstGeom>
          <a:solidFill xmlns:a="http://schemas.openxmlformats.org/drawingml/2006/main">
            <a:srgbClr val="333333"/>
          </a:solidFill>
          <a:ln xmlns:a="http://schemas.openxmlformats.org/drawingml/2006/main" w="9525">
            <a:solidFill>
              <a:srgbClr val="555555"/>
            </a:solidFill>
          </a:ln>
        </p:spPr>
        <p:txBody>
          <a:bodyPr xmlns:a="http://schemas.openxmlformats.org/drawingml/2006/main" anchor="ctr"/>
          <a:lstStyle xmlns:a="http://schemas.openxmlformats.org/drawingml/2006/main">
            <a:defPPr algn="ctr">
              <a:defRPr sz="1800" b="1">
                <a:solidFill>
                  <a:srgbClr val="FFFFFF"/>
                </a:solidFill>
                <a:latin typeface="Arial"/>
                <a:ea typeface="Arial"/>
                <a:cs typeface="Arial"/>
              </a:defRPr>
            </a:defPPr>
            <a:lvl1pPr algn="ctr">
              <a:defRPr sz="1800" b="1">
                <a:solidFill>
                  <a:srgbClr val="FFFFFF"/>
                </a:solidFill>
                <a:latin typeface="Arial"/>
                <a:ea typeface="Arial"/>
                <a:cs typeface="Arial"/>
              </a:defRPr>
            </a:lvl1pPr>
            <a:lvl2pPr algn="ctr">
              <a:defRPr sz="1800" b="1">
                <a:solidFill>
                  <a:srgbClr val="FFFFFF"/>
                </a:solidFill>
                <a:latin typeface="Arial"/>
                <a:ea typeface="Arial"/>
                <a:cs typeface="Arial"/>
              </a:defRPr>
            </a:lvl2pPr>
            <a:lvl3pPr algn="ctr">
              <a:defRPr sz="1800" b="1">
                <a:solidFill>
                  <a:srgbClr val="FFFFFF"/>
                </a:solidFill>
                <a:latin typeface="Arial"/>
                <a:ea typeface="Arial"/>
                <a:cs typeface="Arial"/>
              </a:defRPr>
            </a:lvl3pPr>
            <a:lvl4pPr algn="ctr">
              <a:defRPr sz="1800" b="1">
                <a:solidFill>
                  <a:srgbClr val="FFFFFF"/>
                </a:solidFill>
                <a:latin typeface="Arial"/>
                <a:ea typeface="Arial"/>
                <a:cs typeface="Arial"/>
              </a:defRPr>
            </a:lvl4pPr>
            <a:lvl5pPr algn="ctr">
              <a:defRPr sz="1800" b="1">
                <a:solidFill>
                  <a:srgbClr val="FFFFFF"/>
                </a:solidFill>
                <a:latin typeface="Arial"/>
                <a:ea typeface="Arial"/>
                <a:cs typeface="Arial"/>
              </a:defRPr>
            </a:lvl5pPr>
            <a:lvl6pPr algn="ctr">
              <a:defRPr sz="1800" b="1">
                <a:solidFill>
                  <a:srgbClr val="FFFFFF"/>
                </a:solidFill>
                <a:latin typeface="Arial"/>
                <a:ea typeface="Arial"/>
                <a:cs typeface="Arial"/>
              </a:defRPr>
            </a:lvl6pPr>
            <a:lvl7pPr algn="ctr">
              <a:defRPr sz="1800" b="1">
                <a:solidFill>
                  <a:srgbClr val="FFFFFF"/>
                </a:solidFill>
                <a:latin typeface="Arial"/>
                <a:ea typeface="Arial"/>
                <a:cs typeface="Arial"/>
              </a:defRPr>
            </a:lvl7pPr>
            <a:lvl8pPr algn="ctr">
              <a:defRPr sz="1800" b="1">
                <a:solidFill>
                  <a:srgbClr val="FFFFFF"/>
                </a:solidFill>
                <a:latin typeface="Arial"/>
                <a:ea typeface="Arial"/>
                <a:cs typeface="Arial"/>
              </a:defRPr>
            </a:lvl8pPr>
            <a:lvl9pPr algn="ctr">
              <a:defRPr sz="1800" b="1">
                <a:solidFill>
                  <a:srgbClr val="FFFFFF"/>
                </a:solidFill>
                <a:latin typeface="Arial"/>
                <a:ea typeface="Arial"/>
                <a:cs typeface="Arial"/>
              </a:defRPr>
            </a:lvl9pPr>
          </a:lstStyle>
          <a:p xmlns:a="http://schemas.openxmlformats.org/drawingml/2006/main">
            <a:pPr algn="ctr">
              <a:defRPr sz="1800" b="1">
                <a:solidFill>
                  <a:srgbClr val="FFFFFF"/>
                </a:solidFill>
              </a:defRPr>
            </a:pPr>
            <a:r>
              <a:rPr sz="1800" b="1">
                <a:solidFill>
                  <a:srgbClr val="FFFFFF"/>
                </a:solidFill>
                <a:latin typeface="Arial"/>
                <a:ea typeface="Arial"/>
                <a:cs typeface="Arial"/>
              </a:rPr>
              <a:t>Ручная проверка</a:t>
            </a:r>
          </a:p>
        </p:txBody>
      </p:sp>
      <p:sp>
        <p:nvSpPr>
          <p:cNvPr id="18" name="MANUAL">
            <a:extLst xmlns:a="http://schemas.openxmlformats.org/drawingml/2006/main">
              <a:ext uri="{FF2B5EF4-FFF2-40B4-BE49-F238E27FC236}">
                <a16:creationId xmlns:a16="http://schemas.microsoft.com/office/drawing/2014/main" id="{7D04D081-326A-44AD-94DD-B0238BE97558}"/>
              </a:ext>
            </a:extLst>
          </p:cNvPr>
          <p:cNvSpPr>
            <a:spLocks xmlns:a="http://schemas.openxmlformats.org/drawingml/2006/main" noGrp="1"/>
          </p:cNvSpPr>
          <p:nvPr/>
        </p:nvSpPr>
        <p:spPr>
          <a:xfrm xmlns:a="http://schemas.openxmlformats.org/drawingml/2006/main">
            <a:off x="6248400" y="4248150"/>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a:solidFill>
                  <a:srgbClr val="FFFFFF"/>
                </a:solidFill>
                <a:latin typeface="Arial"/>
                <a:ea typeface="Arial"/>
                <a:cs typeface="Arial"/>
              </a:defRPr>
            </a:defPPr>
            <a:lvl1pPr algn="l">
              <a:defRPr sz="1425" b="1">
                <a:solidFill>
                  <a:srgbClr val="FFFFFF"/>
                </a:solidFill>
                <a:latin typeface="Arial"/>
                <a:ea typeface="Arial"/>
                <a:cs typeface="Arial"/>
              </a:defRPr>
            </a:lvl1pPr>
            <a:lvl2pPr algn="l">
              <a:defRPr sz="1425" b="1">
                <a:solidFill>
                  <a:srgbClr val="FFFFFF"/>
                </a:solidFill>
                <a:latin typeface="Arial"/>
                <a:ea typeface="Arial"/>
                <a:cs typeface="Arial"/>
              </a:defRPr>
            </a:lvl2pPr>
            <a:lvl3pPr algn="l">
              <a:defRPr sz="1425" b="1">
                <a:solidFill>
                  <a:srgbClr val="FFFFFF"/>
                </a:solidFill>
                <a:latin typeface="Arial"/>
                <a:ea typeface="Arial"/>
                <a:cs typeface="Arial"/>
              </a:defRPr>
            </a:lvl3pPr>
            <a:lvl4pPr algn="l">
              <a:defRPr sz="1425" b="1">
                <a:solidFill>
                  <a:srgbClr val="FFFFFF"/>
                </a:solidFill>
                <a:latin typeface="Arial"/>
                <a:ea typeface="Arial"/>
                <a:cs typeface="Arial"/>
              </a:defRPr>
            </a:lvl4pPr>
            <a:lvl5pPr algn="l">
              <a:defRPr sz="1425" b="1">
                <a:solidFill>
                  <a:srgbClr val="FFFFFF"/>
                </a:solidFill>
                <a:latin typeface="Arial"/>
                <a:ea typeface="Arial"/>
                <a:cs typeface="Arial"/>
              </a:defRPr>
            </a:lvl5pPr>
            <a:lvl6pPr algn="l">
              <a:defRPr sz="1425" b="1">
                <a:solidFill>
                  <a:srgbClr val="FFFFFF"/>
                </a:solidFill>
                <a:latin typeface="Arial"/>
                <a:ea typeface="Arial"/>
                <a:cs typeface="Arial"/>
              </a:defRPr>
            </a:lvl6pPr>
            <a:lvl7pPr algn="l">
              <a:defRPr sz="1425" b="1">
                <a:solidFill>
                  <a:srgbClr val="FFFFFF"/>
                </a:solidFill>
                <a:latin typeface="Arial"/>
                <a:ea typeface="Arial"/>
                <a:cs typeface="Arial"/>
              </a:defRPr>
            </a:lvl7pPr>
            <a:lvl8pPr algn="l">
              <a:defRPr sz="1425" b="1">
                <a:solidFill>
                  <a:srgbClr val="FFFFFF"/>
                </a:solidFill>
                <a:latin typeface="Arial"/>
                <a:ea typeface="Arial"/>
                <a:cs typeface="Arial"/>
              </a:defRPr>
            </a:lvl8pPr>
            <a:lvl9pPr algn="l">
              <a:defRPr sz="1425" b="1">
                <a:solidFill>
                  <a:srgbClr val="FFFFFF"/>
                </a:solidFill>
                <a:latin typeface="Arial"/>
                <a:ea typeface="Arial"/>
                <a:cs typeface="Arial"/>
              </a:defRPr>
            </a:lvl9pPr>
          </a:lstStyle>
          <a:p xmlns:a="http://schemas.openxmlformats.org/drawingml/2006/main">
            <a:pPr algn="l">
              <a:defRPr sz="1425" b="1">
                <a:solidFill>
                  <a:srgbClr val="FFFFFF"/>
                </a:solidFill>
              </a:defRPr>
            </a:pPr>
            <a:r>
              <a:rPr sz="1425" b="1">
                <a:solidFill>
                  <a:srgbClr val="FFFFFF"/>
                </a:solidFill>
                <a:latin typeface="Arial"/>
                <a:ea typeface="Arial"/>
                <a:cs typeface="Arial"/>
              </a:rPr>
              <a:t>MANUAL</a:t>
            </a:r>
          </a:p>
        </p:txBody>
      </p:sp>
      <p:sp>
        <p:nvSpPr>
          <p:cNvPr id="19" name="Передача на дополнительное рассмотрение">
            <a:extLst xmlns:a="http://schemas.openxmlformats.org/drawingml/2006/main">
              <a:ext uri="{FF2B5EF4-FFF2-40B4-BE49-F238E27FC236}">
                <a16:creationId xmlns:a16="http://schemas.microsoft.com/office/drawing/2014/main" id="{8EB2AE3B-228C-4B66-8474-840D4B26318A}"/>
              </a:ext>
            </a:extLst>
          </p:cNvPr>
          <p:cNvSpPr>
            <a:spLocks xmlns:a="http://schemas.openxmlformats.org/drawingml/2006/main" noGrp="1"/>
          </p:cNvSpPr>
          <p:nvPr/>
        </p:nvSpPr>
        <p:spPr>
          <a:xfrm xmlns:a="http://schemas.openxmlformats.org/drawingml/2006/main">
            <a:off x="6248400" y="4705350"/>
            <a:ext cx="2571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0">
                <a:solidFill>
                  <a:srgbClr val="FFFFFF"/>
                </a:solidFill>
                <a:latin typeface="Arial"/>
                <a:ea typeface="Arial"/>
                <a:cs typeface="Arial"/>
              </a:defRPr>
            </a:defPPr>
            <a:lvl1pPr algn="l">
              <a:defRPr sz="1875" b="0">
                <a:solidFill>
                  <a:srgbClr val="FFFFFF"/>
                </a:solidFill>
                <a:latin typeface="Arial"/>
                <a:ea typeface="Arial"/>
                <a:cs typeface="Arial"/>
              </a:defRPr>
            </a:lvl1pPr>
            <a:lvl2pPr algn="l">
              <a:defRPr sz="1875" b="0">
                <a:solidFill>
                  <a:srgbClr val="FFFFFF"/>
                </a:solidFill>
                <a:latin typeface="Arial"/>
                <a:ea typeface="Arial"/>
                <a:cs typeface="Arial"/>
              </a:defRPr>
            </a:lvl2pPr>
            <a:lvl3pPr algn="l">
              <a:defRPr sz="1875" b="0">
                <a:solidFill>
                  <a:srgbClr val="FFFFFF"/>
                </a:solidFill>
                <a:latin typeface="Arial"/>
                <a:ea typeface="Arial"/>
                <a:cs typeface="Arial"/>
              </a:defRPr>
            </a:lvl3pPr>
            <a:lvl4pPr algn="l">
              <a:defRPr sz="1875" b="0">
                <a:solidFill>
                  <a:srgbClr val="FFFFFF"/>
                </a:solidFill>
                <a:latin typeface="Arial"/>
                <a:ea typeface="Arial"/>
                <a:cs typeface="Arial"/>
              </a:defRPr>
            </a:lvl4pPr>
            <a:lvl5pPr algn="l">
              <a:defRPr sz="1875" b="0">
                <a:solidFill>
                  <a:srgbClr val="FFFFFF"/>
                </a:solidFill>
                <a:latin typeface="Arial"/>
                <a:ea typeface="Arial"/>
                <a:cs typeface="Arial"/>
              </a:defRPr>
            </a:lvl5pPr>
            <a:lvl6pPr algn="l">
              <a:defRPr sz="1875" b="0">
                <a:solidFill>
                  <a:srgbClr val="FFFFFF"/>
                </a:solidFill>
                <a:latin typeface="Arial"/>
                <a:ea typeface="Arial"/>
                <a:cs typeface="Arial"/>
              </a:defRPr>
            </a:lvl6pPr>
            <a:lvl7pPr algn="l">
              <a:defRPr sz="1875" b="0">
                <a:solidFill>
                  <a:srgbClr val="FFFFFF"/>
                </a:solidFill>
                <a:latin typeface="Arial"/>
                <a:ea typeface="Arial"/>
                <a:cs typeface="Arial"/>
              </a:defRPr>
            </a:lvl7pPr>
            <a:lvl8pPr algn="l">
              <a:defRPr sz="1875" b="0">
                <a:solidFill>
                  <a:srgbClr val="FFFFFF"/>
                </a:solidFill>
                <a:latin typeface="Arial"/>
                <a:ea typeface="Arial"/>
                <a:cs typeface="Arial"/>
              </a:defRPr>
            </a:lvl8pPr>
            <a:lvl9pPr algn="l">
              <a:defRPr sz="1875" b="0">
                <a:solidFill>
                  <a:srgbClr val="FFFFFF"/>
                </a:solidFill>
                <a:latin typeface="Arial"/>
                <a:ea typeface="Arial"/>
                <a:cs typeface="Arial"/>
              </a:defRPr>
            </a:lvl9pPr>
          </a:lstStyle>
          <a:p xmlns:a="http://schemas.openxmlformats.org/drawingml/2006/main">
            <a:pPr algn="l">
              <a:defRPr sz="1875" b="0">
                <a:solidFill>
                  <a:srgbClr val="FFFFFF"/>
                </a:solidFill>
              </a:defRPr>
            </a:pPr>
            <a:r>
              <a:rPr sz="1875" b="0">
                <a:solidFill>
                  <a:srgbClr val="FFFFFF"/>
                </a:solidFill>
                <a:latin typeface="Arial"/>
                <a:ea typeface="Arial"/>
                <a:cs typeface="Arial"/>
              </a:rPr>
              <a:t>Передача на дополнительное рассмотрение</a:t>
            </a:r>
          </a:p>
        </p:txBody>
      </p:sp>
      <p:sp>
        <p:nvSpPr>
          <p:cNvPr id="20" name="Другие условия">
            <a:extLst xmlns:a="http://schemas.openxmlformats.org/drawingml/2006/main">
              <a:ext uri="{FF2B5EF4-FFF2-40B4-BE49-F238E27FC236}">
                <a16:creationId xmlns:a16="http://schemas.microsoft.com/office/drawing/2014/main" id="{561ADC48-E003-485E-AFBD-3B19F13200E0}"/>
              </a:ext>
            </a:extLst>
          </p:cNvPr>
          <p:cNvSpPr>
            <a:spLocks xmlns:a="http://schemas.openxmlformats.org/drawingml/2006/main" noGrp="1"/>
          </p:cNvSpPr>
          <p:nvPr/>
        </p:nvSpPr>
        <p:spPr>
          <a:xfrm xmlns:a="http://schemas.openxmlformats.org/drawingml/2006/main">
            <a:off x="9105900" y="3276600"/>
            <a:ext cx="2552700" cy="762000"/>
          </a:xfrm>
          <a:prstGeom xmlns:a="http://schemas.openxmlformats.org/drawingml/2006/main" prst="rect">
            <a:avLst/>
          </a:prstGeom>
          <a:solidFill xmlns:a="http://schemas.openxmlformats.org/drawingml/2006/main">
            <a:srgbClr val="333333"/>
          </a:solidFill>
          <a:ln xmlns:a="http://schemas.openxmlformats.org/drawingml/2006/main" w="9525">
            <a:solidFill>
              <a:srgbClr val="555555"/>
            </a:solidFill>
          </a:ln>
        </p:spPr>
        <p:txBody>
          <a:bodyPr xmlns:a="http://schemas.openxmlformats.org/drawingml/2006/main" anchor="ctr"/>
          <a:lstStyle xmlns:a="http://schemas.openxmlformats.org/drawingml/2006/main">
            <a:defPPr algn="ctr">
              <a:defRPr sz="1800" b="1">
                <a:solidFill>
                  <a:srgbClr val="FFFFFF"/>
                </a:solidFill>
                <a:latin typeface="Arial"/>
                <a:ea typeface="Arial"/>
                <a:cs typeface="Arial"/>
              </a:defRPr>
            </a:defPPr>
            <a:lvl1pPr algn="ctr">
              <a:defRPr sz="1800" b="1">
                <a:solidFill>
                  <a:srgbClr val="FFFFFF"/>
                </a:solidFill>
                <a:latin typeface="Arial"/>
                <a:ea typeface="Arial"/>
                <a:cs typeface="Arial"/>
              </a:defRPr>
            </a:lvl1pPr>
            <a:lvl2pPr algn="ctr">
              <a:defRPr sz="1800" b="1">
                <a:solidFill>
                  <a:srgbClr val="FFFFFF"/>
                </a:solidFill>
                <a:latin typeface="Arial"/>
                <a:ea typeface="Arial"/>
                <a:cs typeface="Arial"/>
              </a:defRPr>
            </a:lvl2pPr>
            <a:lvl3pPr algn="ctr">
              <a:defRPr sz="1800" b="1">
                <a:solidFill>
                  <a:srgbClr val="FFFFFF"/>
                </a:solidFill>
                <a:latin typeface="Arial"/>
                <a:ea typeface="Arial"/>
                <a:cs typeface="Arial"/>
              </a:defRPr>
            </a:lvl3pPr>
            <a:lvl4pPr algn="ctr">
              <a:defRPr sz="1800" b="1">
                <a:solidFill>
                  <a:srgbClr val="FFFFFF"/>
                </a:solidFill>
                <a:latin typeface="Arial"/>
                <a:ea typeface="Arial"/>
                <a:cs typeface="Arial"/>
              </a:defRPr>
            </a:lvl4pPr>
            <a:lvl5pPr algn="ctr">
              <a:defRPr sz="1800" b="1">
                <a:solidFill>
                  <a:srgbClr val="FFFFFF"/>
                </a:solidFill>
                <a:latin typeface="Arial"/>
                <a:ea typeface="Arial"/>
                <a:cs typeface="Arial"/>
              </a:defRPr>
            </a:lvl5pPr>
            <a:lvl6pPr algn="ctr">
              <a:defRPr sz="1800" b="1">
                <a:solidFill>
                  <a:srgbClr val="FFFFFF"/>
                </a:solidFill>
                <a:latin typeface="Arial"/>
                <a:ea typeface="Arial"/>
                <a:cs typeface="Arial"/>
              </a:defRPr>
            </a:lvl6pPr>
            <a:lvl7pPr algn="ctr">
              <a:defRPr sz="1800" b="1">
                <a:solidFill>
                  <a:srgbClr val="FFFFFF"/>
                </a:solidFill>
                <a:latin typeface="Arial"/>
                <a:ea typeface="Arial"/>
                <a:cs typeface="Arial"/>
              </a:defRPr>
            </a:lvl7pPr>
            <a:lvl8pPr algn="ctr">
              <a:defRPr sz="1800" b="1">
                <a:solidFill>
                  <a:srgbClr val="FFFFFF"/>
                </a:solidFill>
                <a:latin typeface="Arial"/>
                <a:ea typeface="Arial"/>
                <a:cs typeface="Arial"/>
              </a:defRPr>
            </a:lvl8pPr>
            <a:lvl9pPr algn="ctr">
              <a:defRPr sz="1800" b="1">
                <a:solidFill>
                  <a:srgbClr val="FFFFFF"/>
                </a:solidFill>
                <a:latin typeface="Arial"/>
                <a:ea typeface="Arial"/>
                <a:cs typeface="Arial"/>
              </a:defRPr>
            </a:lvl9pPr>
          </a:lstStyle>
          <a:p xmlns:a="http://schemas.openxmlformats.org/drawingml/2006/main">
            <a:pPr algn="ctr">
              <a:defRPr sz="1800" b="1">
                <a:solidFill>
                  <a:srgbClr val="FFFFFF"/>
                </a:solidFill>
              </a:defRPr>
            </a:pPr>
            <a:r>
              <a:rPr sz="1800" b="1">
                <a:solidFill>
                  <a:srgbClr val="FFFFFF"/>
                </a:solidFill>
                <a:latin typeface="Arial"/>
                <a:ea typeface="Arial"/>
                <a:cs typeface="Arial"/>
              </a:rPr>
              <a:t>Другие условия</a:t>
            </a:r>
          </a:p>
        </p:txBody>
      </p:sp>
      <p:sp>
        <p:nvSpPr>
          <p:cNvPr id="21" name="ALTERNATIVE">
            <a:extLst xmlns:a="http://schemas.openxmlformats.org/drawingml/2006/main">
              <a:ext uri="{FF2B5EF4-FFF2-40B4-BE49-F238E27FC236}">
                <a16:creationId xmlns:a16="http://schemas.microsoft.com/office/drawing/2014/main" id="{D1E3B676-036E-49A5-B1F2-F0C6D89919A1}"/>
              </a:ext>
            </a:extLst>
          </p:cNvPr>
          <p:cNvSpPr>
            <a:spLocks xmlns:a="http://schemas.openxmlformats.org/drawingml/2006/main" noGrp="1"/>
          </p:cNvSpPr>
          <p:nvPr/>
        </p:nvSpPr>
        <p:spPr>
          <a:xfrm xmlns:a="http://schemas.openxmlformats.org/drawingml/2006/main">
            <a:off x="9105900" y="4248150"/>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a:solidFill>
                  <a:srgbClr val="FFFFFF"/>
                </a:solidFill>
                <a:latin typeface="Arial"/>
                <a:ea typeface="Arial"/>
                <a:cs typeface="Arial"/>
              </a:defRPr>
            </a:defPPr>
            <a:lvl1pPr algn="l">
              <a:defRPr sz="1425" b="1">
                <a:solidFill>
                  <a:srgbClr val="FFFFFF"/>
                </a:solidFill>
                <a:latin typeface="Arial"/>
                <a:ea typeface="Arial"/>
                <a:cs typeface="Arial"/>
              </a:defRPr>
            </a:lvl1pPr>
            <a:lvl2pPr algn="l">
              <a:defRPr sz="1425" b="1">
                <a:solidFill>
                  <a:srgbClr val="FFFFFF"/>
                </a:solidFill>
                <a:latin typeface="Arial"/>
                <a:ea typeface="Arial"/>
                <a:cs typeface="Arial"/>
              </a:defRPr>
            </a:lvl2pPr>
            <a:lvl3pPr algn="l">
              <a:defRPr sz="1425" b="1">
                <a:solidFill>
                  <a:srgbClr val="FFFFFF"/>
                </a:solidFill>
                <a:latin typeface="Arial"/>
                <a:ea typeface="Arial"/>
                <a:cs typeface="Arial"/>
              </a:defRPr>
            </a:lvl3pPr>
            <a:lvl4pPr algn="l">
              <a:defRPr sz="1425" b="1">
                <a:solidFill>
                  <a:srgbClr val="FFFFFF"/>
                </a:solidFill>
                <a:latin typeface="Arial"/>
                <a:ea typeface="Arial"/>
                <a:cs typeface="Arial"/>
              </a:defRPr>
            </a:lvl4pPr>
            <a:lvl5pPr algn="l">
              <a:defRPr sz="1425" b="1">
                <a:solidFill>
                  <a:srgbClr val="FFFFFF"/>
                </a:solidFill>
                <a:latin typeface="Arial"/>
                <a:ea typeface="Arial"/>
                <a:cs typeface="Arial"/>
              </a:defRPr>
            </a:lvl5pPr>
            <a:lvl6pPr algn="l">
              <a:defRPr sz="1425" b="1">
                <a:solidFill>
                  <a:srgbClr val="FFFFFF"/>
                </a:solidFill>
                <a:latin typeface="Arial"/>
                <a:ea typeface="Arial"/>
                <a:cs typeface="Arial"/>
              </a:defRPr>
            </a:lvl6pPr>
            <a:lvl7pPr algn="l">
              <a:defRPr sz="1425" b="1">
                <a:solidFill>
                  <a:srgbClr val="FFFFFF"/>
                </a:solidFill>
                <a:latin typeface="Arial"/>
                <a:ea typeface="Arial"/>
                <a:cs typeface="Arial"/>
              </a:defRPr>
            </a:lvl7pPr>
            <a:lvl8pPr algn="l">
              <a:defRPr sz="1425" b="1">
                <a:solidFill>
                  <a:srgbClr val="FFFFFF"/>
                </a:solidFill>
                <a:latin typeface="Arial"/>
                <a:ea typeface="Arial"/>
                <a:cs typeface="Arial"/>
              </a:defRPr>
            </a:lvl8pPr>
            <a:lvl9pPr algn="l">
              <a:defRPr sz="1425" b="1">
                <a:solidFill>
                  <a:srgbClr val="FFFFFF"/>
                </a:solidFill>
                <a:latin typeface="Arial"/>
                <a:ea typeface="Arial"/>
                <a:cs typeface="Arial"/>
              </a:defRPr>
            </a:lvl9pPr>
          </a:lstStyle>
          <a:p xmlns:a="http://schemas.openxmlformats.org/drawingml/2006/main">
            <a:pPr algn="l">
              <a:defRPr sz="1425" b="1">
                <a:solidFill>
                  <a:srgbClr val="FFFFFF"/>
                </a:solidFill>
              </a:defRPr>
            </a:pPr>
            <a:r>
              <a:rPr sz="1425" b="1">
                <a:solidFill>
                  <a:srgbClr val="FFFFFF"/>
                </a:solidFill>
                <a:latin typeface="Arial"/>
                <a:ea typeface="Arial"/>
                <a:cs typeface="Arial"/>
              </a:rPr>
              <a:t>ALTERNATIVE</a:t>
            </a:r>
          </a:p>
        </p:txBody>
      </p:sp>
      <p:sp>
        <p:nvSpPr>
          <p:cNvPr id="22" name="Предложение меньшей суммы">
            <a:extLst xmlns:a="http://schemas.openxmlformats.org/drawingml/2006/main">
              <a:ext uri="{FF2B5EF4-FFF2-40B4-BE49-F238E27FC236}">
                <a16:creationId xmlns:a16="http://schemas.microsoft.com/office/drawing/2014/main" id="{223CD95B-B52E-4E09-89DC-A4F577F2A3D8}"/>
              </a:ext>
            </a:extLst>
          </p:cNvPr>
          <p:cNvSpPr>
            <a:spLocks xmlns:a="http://schemas.openxmlformats.org/drawingml/2006/main" noGrp="1"/>
          </p:cNvSpPr>
          <p:nvPr/>
        </p:nvSpPr>
        <p:spPr>
          <a:xfrm xmlns:a="http://schemas.openxmlformats.org/drawingml/2006/main">
            <a:off x="9105900" y="4705350"/>
            <a:ext cx="2571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0">
                <a:solidFill>
                  <a:srgbClr val="FFFFFF"/>
                </a:solidFill>
                <a:latin typeface="Arial"/>
                <a:ea typeface="Arial"/>
                <a:cs typeface="Arial"/>
              </a:defRPr>
            </a:defPPr>
            <a:lvl1pPr algn="l">
              <a:defRPr sz="1875" b="0">
                <a:solidFill>
                  <a:srgbClr val="FFFFFF"/>
                </a:solidFill>
                <a:latin typeface="Arial"/>
                <a:ea typeface="Arial"/>
                <a:cs typeface="Arial"/>
              </a:defRPr>
            </a:lvl1pPr>
            <a:lvl2pPr algn="l">
              <a:defRPr sz="1875" b="0">
                <a:solidFill>
                  <a:srgbClr val="FFFFFF"/>
                </a:solidFill>
                <a:latin typeface="Arial"/>
                <a:ea typeface="Arial"/>
                <a:cs typeface="Arial"/>
              </a:defRPr>
            </a:lvl2pPr>
            <a:lvl3pPr algn="l">
              <a:defRPr sz="1875" b="0">
                <a:solidFill>
                  <a:srgbClr val="FFFFFF"/>
                </a:solidFill>
                <a:latin typeface="Arial"/>
                <a:ea typeface="Arial"/>
                <a:cs typeface="Arial"/>
              </a:defRPr>
            </a:lvl3pPr>
            <a:lvl4pPr algn="l">
              <a:defRPr sz="1875" b="0">
                <a:solidFill>
                  <a:srgbClr val="FFFFFF"/>
                </a:solidFill>
                <a:latin typeface="Arial"/>
                <a:ea typeface="Arial"/>
                <a:cs typeface="Arial"/>
              </a:defRPr>
            </a:lvl4pPr>
            <a:lvl5pPr algn="l">
              <a:defRPr sz="1875" b="0">
                <a:solidFill>
                  <a:srgbClr val="FFFFFF"/>
                </a:solidFill>
                <a:latin typeface="Arial"/>
                <a:ea typeface="Arial"/>
                <a:cs typeface="Arial"/>
              </a:defRPr>
            </a:lvl5pPr>
            <a:lvl6pPr algn="l">
              <a:defRPr sz="1875" b="0">
                <a:solidFill>
                  <a:srgbClr val="FFFFFF"/>
                </a:solidFill>
                <a:latin typeface="Arial"/>
                <a:ea typeface="Arial"/>
                <a:cs typeface="Arial"/>
              </a:defRPr>
            </a:lvl6pPr>
            <a:lvl7pPr algn="l">
              <a:defRPr sz="1875" b="0">
                <a:solidFill>
                  <a:srgbClr val="FFFFFF"/>
                </a:solidFill>
                <a:latin typeface="Arial"/>
                <a:ea typeface="Arial"/>
                <a:cs typeface="Arial"/>
              </a:defRPr>
            </a:lvl7pPr>
            <a:lvl8pPr algn="l">
              <a:defRPr sz="1875" b="0">
                <a:solidFill>
                  <a:srgbClr val="FFFFFF"/>
                </a:solidFill>
                <a:latin typeface="Arial"/>
                <a:ea typeface="Arial"/>
                <a:cs typeface="Arial"/>
              </a:defRPr>
            </a:lvl8pPr>
            <a:lvl9pPr algn="l">
              <a:defRPr sz="1875" b="0">
                <a:solidFill>
                  <a:srgbClr val="FFFFFF"/>
                </a:solidFill>
                <a:latin typeface="Arial"/>
                <a:ea typeface="Arial"/>
                <a:cs typeface="Arial"/>
              </a:defRPr>
            </a:lvl9pPr>
          </a:lstStyle>
          <a:p xmlns:a="http://schemas.openxmlformats.org/drawingml/2006/main">
            <a:pPr algn="l">
              <a:defRPr sz="1875" b="0">
                <a:solidFill>
                  <a:srgbClr val="FFFFFF"/>
                </a:solidFill>
              </a:defRPr>
            </a:pPr>
            <a:r>
              <a:rPr sz="1875" b="0">
                <a:solidFill>
                  <a:srgbClr val="FFFFFF"/>
                </a:solidFill>
                <a:latin typeface="Arial"/>
                <a:ea typeface="Arial"/>
                <a:cs typeface="Arial"/>
              </a:rPr>
              <a:t>Предложение меньшей суммы</a:t>
            </a:r>
          </a:p>
        </p:txBody>
      </p:sp>
      <p:sp>
        <p:nvSpPr>
          <p:cNvPr id="23" name="Отдельная ветка уточнения: клиент дополняет данные и возвращает ">
            <a:extLst xmlns:a="http://schemas.openxmlformats.org/drawingml/2006/main">
              <a:ext uri="{FF2B5EF4-FFF2-40B4-BE49-F238E27FC236}">
                <a16:creationId xmlns:a16="http://schemas.microsoft.com/office/drawing/2014/main" id="{3A5C252F-17F3-4D11-AEB8-69C0BD02A7D1}"/>
              </a:ext>
            </a:extLst>
          </p:cNvPr>
          <p:cNvSpPr>
            <a:spLocks xmlns:a="http://schemas.openxmlformats.org/drawingml/2006/main" noGrp="1"/>
          </p:cNvSpPr>
          <p:nvPr/>
        </p:nvSpPr>
        <p:spPr>
          <a:xfrm xmlns:a="http://schemas.openxmlformats.org/drawingml/2006/main">
            <a:off x="533400" y="5810250"/>
            <a:ext cx="11125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650" b="0">
                <a:solidFill>
                  <a:srgbClr val="C6C6C6"/>
                </a:solidFill>
                <a:latin typeface="Arial"/>
                <a:ea typeface="Arial"/>
                <a:cs typeface="Arial"/>
              </a:defRPr>
            </a:defPPr>
            <a:lvl1pPr algn="l">
              <a:defRPr sz="1650" b="0">
                <a:solidFill>
                  <a:srgbClr val="C6C6C6"/>
                </a:solidFill>
                <a:latin typeface="Arial"/>
                <a:ea typeface="Arial"/>
                <a:cs typeface="Arial"/>
              </a:defRPr>
            </a:lvl1pPr>
            <a:lvl2pPr algn="l">
              <a:defRPr sz="1650" b="0">
                <a:solidFill>
                  <a:srgbClr val="C6C6C6"/>
                </a:solidFill>
                <a:latin typeface="Arial"/>
                <a:ea typeface="Arial"/>
                <a:cs typeface="Arial"/>
              </a:defRPr>
            </a:lvl2pPr>
            <a:lvl3pPr algn="l">
              <a:defRPr sz="1650" b="0">
                <a:solidFill>
                  <a:srgbClr val="C6C6C6"/>
                </a:solidFill>
                <a:latin typeface="Arial"/>
                <a:ea typeface="Arial"/>
                <a:cs typeface="Arial"/>
              </a:defRPr>
            </a:lvl3pPr>
            <a:lvl4pPr algn="l">
              <a:defRPr sz="1650" b="0">
                <a:solidFill>
                  <a:srgbClr val="C6C6C6"/>
                </a:solidFill>
                <a:latin typeface="Arial"/>
                <a:ea typeface="Arial"/>
                <a:cs typeface="Arial"/>
              </a:defRPr>
            </a:lvl4pPr>
            <a:lvl5pPr algn="l">
              <a:defRPr sz="1650" b="0">
                <a:solidFill>
                  <a:srgbClr val="C6C6C6"/>
                </a:solidFill>
                <a:latin typeface="Arial"/>
                <a:ea typeface="Arial"/>
                <a:cs typeface="Arial"/>
              </a:defRPr>
            </a:lvl5pPr>
            <a:lvl6pPr algn="l">
              <a:defRPr sz="1650" b="0">
                <a:solidFill>
                  <a:srgbClr val="C6C6C6"/>
                </a:solidFill>
                <a:latin typeface="Arial"/>
                <a:ea typeface="Arial"/>
                <a:cs typeface="Arial"/>
              </a:defRPr>
            </a:lvl6pPr>
            <a:lvl7pPr algn="l">
              <a:defRPr sz="1650" b="0">
                <a:solidFill>
                  <a:srgbClr val="C6C6C6"/>
                </a:solidFill>
                <a:latin typeface="Arial"/>
                <a:ea typeface="Arial"/>
                <a:cs typeface="Arial"/>
              </a:defRPr>
            </a:lvl7pPr>
            <a:lvl8pPr algn="l">
              <a:defRPr sz="1650" b="0">
                <a:solidFill>
                  <a:srgbClr val="C6C6C6"/>
                </a:solidFill>
                <a:latin typeface="Arial"/>
                <a:ea typeface="Arial"/>
                <a:cs typeface="Arial"/>
              </a:defRPr>
            </a:lvl8pPr>
            <a:lvl9pPr algn="l">
              <a:defRPr sz="1650" b="0">
                <a:solidFill>
                  <a:srgbClr val="C6C6C6"/>
                </a:solidFill>
                <a:latin typeface="Arial"/>
                <a:ea typeface="Arial"/>
                <a:cs typeface="Arial"/>
              </a:defRPr>
            </a:lvl9pPr>
          </a:lstStyle>
          <a:p xmlns:a="http://schemas.openxmlformats.org/drawingml/2006/main">
            <a:pPr algn="l">
              <a:defRPr sz="1650" b="0">
                <a:solidFill>
                  <a:srgbClr val="C6C6C6"/>
                </a:solidFill>
              </a:defRPr>
            </a:pPr>
            <a:r>
              <a:rPr sz="1650" b="0">
                <a:solidFill>
                  <a:srgbClr val="C6C6C6"/>
                </a:solidFill>
                <a:latin typeface="Arial"/>
                <a:ea typeface="Arial"/>
                <a:cs typeface="Arial"/>
              </a:rPr>
              <a:t>Отдельная ветка уточнения: клиент дополняет данные и возвращает заявку на рассмотрение</a:t>
            </a:r>
          </a:p>
        </p:txBody>
      </p:sp>
    </p:spTree>
    <p:extLst>
      <p:ext uri="{BB962C8B-B14F-4D97-AF65-F5344CB8AC3E}">
        <p14:creationId xmlns:p14="http://schemas.microsoft.com/office/powerpoint/2010/main" val="10621379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АЛЬФА ХАК 2026">
            <a:extLst xmlns:a="http://schemas.openxmlformats.org/drawingml/2006/main">
              <a:ext uri="{FF2B5EF4-FFF2-40B4-BE49-F238E27FC236}">
                <a16:creationId xmlns:a16="http://schemas.microsoft.com/office/drawing/2014/main" id="{87ADFB1E-620F-4FA2-8E11-A8F8EF38B3BA}"/>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52B22"/>
                </a:solidFill>
                <a:latin typeface="Arial"/>
                <a:ea typeface="Arial"/>
                <a:cs typeface="Arial"/>
              </a:defRPr>
            </a:defPPr>
            <a:lvl1pPr algn="l">
              <a:defRPr sz="975" b="1">
                <a:solidFill>
                  <a:srgbClr val="F52B22"/>
                </a:solidFill>
                <a:latin typeface="Arial"/>
                <a:ea typeface="Arial"/>
                <a:cs typeface="Arial"/>
              </a:defRPr>
            </a:lvl1pPr>
            <a:lvl2pPr algn="l">
              <a:defRPr sz="975" b="1">
                <a:solidFill>
                  <a:srgbClr val="F52B22"/>
                </a:solidFill>
                <a:latin typeface="Arial"/>
                <a:ea typeface="Arial"/>
                <a:cs typeface="Arial"/>
              </a:defRPr>
            </a:lvl2pPr>
            <a:lvl3pPr algn="l">
              <a:defRPr sz="975" b="1">
                <a:solidFill>
                  <a:srgbClr val="F52B22"/>
                </a:solidFill>
                <a:latin typeface="Arial"/>
                <a:ea typeface="Arial"/>
                <a:cs typeface="Arial"/>
              </a:defRPr>
            </a:lvl3pPr>
            <a:lvl4pPr algn="l">
              <a:defRPr sz="975" b="1">
                <a:solidFill>
                  <a:srgbClr val="F52B22"/>
                </a:solidFill>
                <a:latin typeface="Arial"/>
                <a:ea typeface="Arial"/>
                <a:cs typeface="Arial"/>
              </a:defRPr>
            </a:lvl4pPr>
            <a:lvl5pPr algn="l">
              <a:defRPr sz="975" b="1">
                <a:solidFill>
                  <a:srgbClr val="F52B22"/>
                </a:solidFill>
                <a:latin typeface="Arial"/>
                <a:ea typeface="Arial"/>
                <a:cs typeface="Arial"/>
              </a:defRPr>
            </a:lvl5pPr>
            <a:lvl6pPr algn="l">
              <a:defRPr sz="975" b="1">
                <a:solidFill>
                  <a:srgbClr val="F52B22"/>
                </a:solidFill>
                <a:latin typeface="Arial"/>
                <a:ea typeface="Arial"/>
                <a:cs typeface="Arial"/>
              </a:defRPr>
            </a:lvl6pPr>
            <a:lvl7pPr algn="l">
              <a:defRPr sz="975" b="1">
                <a:solidFill>
                  <a:srgbClr val="F52B22"/>
                </a:solidFill>
                <a:latin typeface="Arial"/>
                <a:ea typeface="Arial"/>
                <a:cs typeface="Arial"/>
              </a:defRPr>
            </a:lvl7pPr>
            <a:lvl8pPr algn="l">
              <a:defRPr sz="975" b="1">
                <a:solidFill>
                  <a:srgbClr val="F52B22"/>
                </a:solidFill>
                <a:latin typeface="Arial"/>
                <a:ea typeface="Arial"/>
                <a:cs typeface="Arial"/>
              </a:defRPr>
            </a:lvl8pPr>
            <a:lvl9pPr algn="l">
              <a:defRPr sz="975" b="1">
                <a:solidFill>
                  <a:srgbClr val="F52B22"/>
                </a:solidFill>
                <a:latin typeface="Arial"/>
                <a:ea typeface="Arial"/>
                <a:cs typeface="Arial"/>
              </a:defRPr>
            </a:lvl9pPr>
          </a:lstStyle>
          <a:p xmlns:a="http://schemas.openxmlformats.org/drawingml/2006/main">
            <a:pPr algn="l">
              <a:defRPr sz="975" b="1">
                <a:solidFill>
                  <a:srgbClr val="F52B22"/>
                </a:solidFill>
              </a:defRPr>
            </a:pPr>
            <a:r>
              <a:rPr sz="975" b="1">
                <a:solidFill>
                  <a:srgbClr val="F52B22"/>
                </a:solidFill>
                <a:latin typeface="Arial"/>
                <a:ea typeface="Arial"/>
                <a:cs typeface="Arial"/>
              </a:rPr>
              <a:t>АЛЬФА ХАК 2026</a:t>
            </a:r>
          </a:p>
        </p:txBody>
      </p:sp>
      <p:sp>
        <p:nvSpPr>
          <p:cNvPr id="3" name="Данные для проверки каждой развилки">
            <a:extLst xmlns:a="http://schemas.openxmlformats.org/drawingml/2006/main">
              <a:ext uri="{FF2B5EF4-FFF2-40B4-BE49-F238E27FC236}">
                <a16:creationId xmlns:a16="http://schemas.microsoft.com/office/drawing/2014/main" id="{581F4581-1416-4D83-AD1F-A096AC1A9327}"/>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171717"/>
                </a:solidFill>
                <a:latin typeface="Arial"/>
                <a:ea typeface="Arial"/>
                <a:cs typeface="Arial"/>
              </a:defRPr>
            </a:defPPr>
            <a:lvl1pPr algn="l">
              <a:defRPr sz="3675" b="1">
                <a:solidFill>
                  <a:srgbClr val="171717"/>
                </a:solidFill>
                <a:latin typeface="Arial"/>
                <a:ea typeface="Arial"/>
                <a:cs typeface="Arial"/>
              </a:defRPr>
            </a:lvl1pPr>
            <a:lvl2pPr algn="l">
              <a:defRPr sz="3675" b="1">
                <a:solidFill>
                  <a:srgbClr val="171717"/>
                </a:solidFill>
                <a:latin typeface="Arial"/>
                <a:ea typeface="Arial"/>
                <a:cs typeface="Arial"/>
              </a:defRPr>
            </a:lvl2pPr>
            <a:lvl3pPr algn="l">
              <a:defRPr sz="3675" b="1">
                <a:solidFill>
                  <a:srgbClr val="171717"/>
                </a:solidFill>
                <a:latin typeface="Arial"/>
                <a:ea typeface="Arial"/>
                <a:cs typeface="Arial"/>
              </a:defRPr>
            </a:lvl3pPr>
            <a:lvl4pPr algn="l">
              <a:defRPr sz="3675" b="1">
                <a:solidFill>
                  <a:srgbClr val="171717"/>
                </a:solidFill>
                <a:latin typeface="Arial"/>
                <a:ea typeface="Arial"/>
                <a:cs typeface="Arial"/>
              </a:defRPr>
            </a:lvl4pPr>
            <a:lvl5pPr algn="l">
              <a:defRPr sz="3675" b="1">
                <a:solidFill>
                  <a:srgbClr val="171717"/>
                </a:solidFill>
                <a:latin typeface="Arial"/>
                <a:ea typeface="Arial"/>
                <a:cs typeface="Arial"/>
              </a:defRPr>
            </a:lvl5pPr>
            <a:lvl6pPr algn="l">
              <a:defRPr sz="3675" b="1">
                <a:solidFill>
                  <a:srgbClr val="171717"/>
                </a:solidFill>
                <a:latin typeface="Arial"/>
                <a:ea typeface="Arial"/>
                <a:cs typeface="Arial"/>
              </a:defRPr>
            </a:lvl6pPr>
            <a:lvl7pPr algn="l">
              <a:defRPr sz="3675" b="1">
                <a:solidFill>
                  <a:srgbClr val="171717"/>
                </a:solidFill>
                <a:latin typeface="Arial"/>
                <a:ea typeface="Arial"/>
                <a:cs typeface="Arial"/>
              </a:defRPr>
            </a:lvl7pPr>
            <a:lvl8pPr algn="l">
              <a:defRPr sz="3675" b="1">
                <a:solidFill>
                  <a:srgbClr val="171717"/>
                </a:solidFill>
                <a:latin typeface="Arial"/>
                <a:ea typeface="Arial"/>
                <a:cs typeface="Arial"/>
              </a:defRPr>
            </a:lvl8pPr>
            <a:lvl9pPr algn="l">
              <a:defRPr sz="3675" b="1">
                <a:solidFill>
                  <a:srgbClr val="171717"/>
                </a:solidFill>
                <a:latin typeface="Arial"/>
                <a:ea typeface="Arial"/>
                <a:cs typeface="Arial"/>
              </a:defRPr>
            </a:lvl9pPr>
          </a:lstStyle>
          <a:p xmlns:a="http://schemas.openxmlformats.org/drawingml/2006/main">
            <a:pPr algn="l">
              <a:defRPr sz="3675" b="1">
                <a:solidFill>
                  <a:srgbClr val="171717"/>
                </a:solidFill>
              </a:defRPr>
            </a:pPr>
            <a:r>
              <a:rPr sz="3675" b="1">
                <a:solidFill>
                  <a:srgbClr val="171717"/>
                </a:solidFill>
                <a:latin typeface="Arial"/>
                <a:ea typeface="Arial"/>
                <a:cs typeface="Arial"/>
              </a:rPr>
              <a:t>Данные для проверки каждой развилки</a:t>
            </a:r>
          </a:p>
        </p:txBody>
      </p:sp>
      <p:sp>
        <p:nvSpPr>
          <p:cNvPr id="4" name="Поток / Gambit_Yvaga">
            <a:extLst xmlns:a="http://schemas.openxmlformats.org/drawingml/2006/main">
              <a:ext uri="{FF2B5EF4-FFF2-40B4-BE49-F238E27FC236}">
                <a16:creationId xmlns:a16="http://schemas.microsoft.com/office/drawing/2014/main" id="{175298F7-C6D4-4336-98D8-E3F1F9099479}"/>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626262"/>
                </a:solidFill>
                <a:latin typeface="Arial"/>
                <a:ea typeface="Arial"/>
                <a:cs typeface="Arial"/>
              </a:defRPr>
            </a:defPPr>
            <a:lvl1pPr algn="l">
              <a:defRPr sz="1125" b="0">
                <a:solidFill>
                  <a:srgbClr val="626262"/>
                </a:solidFill>
                <a:latin typeface="Arial"/>
                <a:ea typeface="Arial"/>
                <a:cs typeface="Arial"/>
              </a:defRPr>
            </a:lvl1pPr>
            <a:lvl2pPr algn="l">
              <a:defRPr sz="1125" b="0">
                <a:solidFill>
                  <a:srgbClr val="626262"/>
                </a:solidFill>
                <a:latin typeface="Arial"/>
                <a:ea typeface="Arial"/>
                <a:cs typeface="Arial"/>
              </a:defRPr>
            </a:lvl2pPr>
            <a:lvl3pPr algn="l">
              <a:defRPr sz="1125" b="0">
                <a:solidFill>
                  <a:srgbClr val="626262"/>
                </a:solidFill>
                <a:latin typeface="Arial"/>
                <a:ea typeface="Arial"/>
                <a:cs typeface="Arial"/>
              </a:defRPr>
            </a:lvl3pPr>
            <a:lvl4pPr algn="l">
              <a:defRPr sz="1125" b="0">
                <a:solidFill>
                  <a:srgbClr val="626262"/>
                </a:solidFill>
                <a:latin typeface="Arial"/>
                <a:ea typeface="Arial"/>
                <a:cs typeface="Arial"/>
              </a:defRPr>
            </a:lvl4pPr>
            <a:lvl5pPr algn="l">
              <a:defRPr sz="1125" b="0">
                <a:solidFill>
                  <a:srgbClr val="626262"/>
                </a:solidFill>
                <a:latin typeface="Arial"/>
                <a:ea typeface="Arial"/>
                <a:cs typeface="Arial"/>
              </a:defRPr>
            </a:lvl5pPr>
            <a:lvl6pPr algn="l">
              <a:defRPr sz="1125" b="0">
                <a:solidFill>
                  <a:srgbClr val="626262"/>
                </a:solidFill>
                <a:latin typeface="Arial"/>
                <a:ea typeface="Arial"/>
                <a:cs typeface="Arial"/>
              </a:defRPr>
            </a:lvl6pPr>
            <a:lvl7pPr algn="l">
              <a:defRPr sz="1125" b="0">
                <a:solidFill>
                  <a:srgbClr val="626262"/>
                </a:solidFill>
                <a:latin typeface="Arial"/>
                <a:ea typeface="Arial"/>
                <a:cs typeface="Arial"/>
              </a:defRPr>
            </a:lvl7pPr>
            <a:lvl8pPr algn="l">
              <a:defRPr sz="1125" b="0">
                <a:solidFill>
                  <a:srgbClr val="626262"/>
                </a:solidFill>
                <a:latin typeface="Arial"/>
                <a:ea typeface="Arial"/>
                <a:cs typeface="Arial"/>
              </a:defRPr>
            </a:lvl8pPr>
            <a:lvl9pPr algn="l">
              <a:defRPr sz="1125" b="0">
                <a:solidFill>
                  <a:srgbClr val="626262"/>
                </a:solidFill>
                <a:latin typeface="Arial"/>
                <a:ea typeface="Arial"/>
                <a:cs typeface="Arial"/>
              </a:defRPr>
            </a:lvl9pPr>
          </a:lstStyle>
          <a:p xmlns:a="http://schemas.openxmlformats.org/drawingml/2006/main">
            <a:pPr algn="l">
              <a:defRPr sz="1125" b="0">
                <a:solidFill>
                  <a:srgbClr val="626262"/>
                </a:solidFill>
              </a:defRPr>
            </a:pPr>
            <a:r>
              <a:rPr sz="1125" b="0">
                <a:solidFill>
                  <a:srgbClr val="626262"/>
                </a:solidFill>
                <a:latin typeface="Arial"/>
                <a:ea typeface="Arial"/>
                <a:cs typeface="Arial"/>
              </a:rPr>
              <a:t>Поток / Gambit_Yvaga</a:t>
            </a:r>
          </a:p>
        </p:txBody>
      </p:sp>
      <p:sp>
        <p:nvSpPr>
          <p:cNvPr id="5" name="07">
            <a:extLst xmlns:a="http://schemas.openxmlformats.org/drawingml/2006/main">
              <a:ext uri="{FF2B5EF4-FFF2-40B4-BE49-F238E27FC236}">
                <a16:creationId xmlns:a16="http://schemas.microsoft.com/office/drawing/2014/main" id="{C70516EE-877C-4EA6-97DA-35FB3DA8D996}"/>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626262"/>
                </a:solidFill>
                <a:latin typeface="Arial"/>
                <a:ea typeface="Arial"/>
                <a:cs typeface="Arial"/>
              </a:defRPr>
            </a:defPPr>
            <a:lvl1pPr algn="r">
              <a:defRPr sz="1125" b="0">
                <a:solidFill>
                  <a:srgbClr val="626262"/>
                </a:solidFill>
                <a:latin typeface="Arial"/>
                <a:ea typeface="Arial"/>
                <a:cs typeface="Arial"/>
              </a:defRPr>
            </a:lvl1pPr>
            <a:lvl2pPr algn="r">
              <a:defRPr sz="1125" b="0">
                <a:solidFill>
                  <a:srgbClr val="626262"/>
                </a:solidFill>
                <a:latin typeface="Arial"/>
                <a:ea typeface="Arial"/>
                <a:cs typeface="Arial"/>
              </a:defRPr>
            </a:lvl2pPr>
            <a:lvl3pPr algn="r">
              <a:defRPr sz="1125" b="0">
                <a:solidFill>
                  <a:srgbClr val="626262"/>
                </a:solidFill>
                <a:latin typeface="Arial"/>
                <a:ea typeface="Arial"/>
                <a:cs typeface="Arial"/>
              </a:defRPr>
            </a:lvl3pPr>
            <a:lvl4pPr algn="r">
              <a:defRPr sz="1125" b="0">
                <a:solidFill>
                  <a:srgbClr val="626262"/>
                </a:solidFill>
                <a:latin typeface="Arial"/>
                <a:ea typeface="Arial"/>
                <a:cs typeface="Arial"/>
              </a:defRPr>
            </a:lvl4pPr>
            <a:lvl5pPr algn="r">
              <a:defRPr sz="1125" b="0">
                <a:solidFill>
                  <a:srgbClr val="626262"/>
                </a:solidFill>
                <a:latin typeface="Arial"/>
                <a:ea typeface="Arial"/>
                <a:cs typeface="Arial"/>
              </a:defRPr>
            </a:lvl5pPr>
            <a:lvl6pPr algn="r">
              <a:defRPr sz="1125" b="0">
                <a:solidFill>
                  <a:srgbClr val="626262"/>
                </a:solidFill>
                <a:latin typeface="Arial"/>
                <a:ea typeface="Arial"/>
                <a:cs typeface="Arial"/>
              </a:defRPr>
            </a:lvl6pPr>
            <a:lvl7pPr algn="r">
              <a:defRPr sz="1125" b="0">
                <a:solidFill>
                  <a:srgbClr val="626262"/>
                </a:solidFill>
                <a:latin typeface="Arial"/>
                <a:ea typeface="Arial"/>
                <a:cs typeface="Arial"/>
              </a:defRPr>
            </a:lvl7pPr>
            <a:lvl8pPr algn="r">
              <a:defRPr sz="1125" b="0">
                <a:solidFill>
                  <a:srgbClr val="626262"/>
                </a:solidFill>
                <a:latin typeface="Arial"/>
                <a:ea typeface="Arial"/>
                <a:cs typeface="Arial"/>
              </a:defRPr>
            </a:lvl8pPr>
            <a:lvl9pPr algn="r">
              <a:defRPr sz="1125" b="0">
                <a:solidFill>
                  <a:srgbClr val="626262"/>
                </a:solidFill>
                <a:latin typeface="Arial"/>
                <a:ea typeface="Arial"/>
                <a:cs typeface="Arial"/>
              </a:defRPr>
            </a:lvl9pPr>
          </a:lstStyle>
          <a:p xmlns:a="http://schemas.openxmlformats.org/drawingml/2006/main">
            <a:pPr algn="r">
              <a:defRPr sz="1125" b="0">
                <a:solidFill>
                  <a:srgbClr val="626262"/>
                </a:solidFill>
              </a:defRPr>
            </a:pPr>
            <a:r>
              <a:rPr sz="1125" b="0">
                <a:solidFill>
                  <a:srgbClr val="626262"/>
                </a:solidFill>
                <a:latin typeface="Arial"/>
                <a:ea typeface="Arial"/>
                <a:cs typeface="Arial"/>
              </a:rPr>
              <a:t>07</a:t>
            </a:r>
          </a:p>
        </p:txBody>
      </p:sp>
      <p:sp>
        <p:nvSpPr>
          <p:cNvPr id="6" name="Оборотный кредит 500 000 ₽ / 12 месяцев / бизнес 40 месяцев / от">
            <a:extLst xmlns:a="http://schemas.openxmlformats.org/drawingml/2006/main">
              <a:ext uri="{FF2B5EF4-FFF2-40B4-BE49-F238E27FC236}">
                <a16:creationId xmlns:a16="http://schemas.microsoft.com/office/drawing/2014/main" id="{0EE15E96-3034-4F42-8436-8DB5FC6D27DC}"/>
              </a:ext>
            </a:extLst>
          </p:cNvPr>
          <p:cNvSpPr>
            <a:spLocks xmlns:a="http://schemas.openxmlformats.org/drawingml/2006/main" noGrp="1"/>
          </p:cNvSpPr>
          <p:nvPr/>
        </p:nvSpPr>
        <p:spPr>
          <a:xfrm xmlns:a="http://schemas.openxmlformats.org/drawingml/2006/main">
            <a:off x="533400" y="1428750"/>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650" b="0">
                <a:solidFill>
                  <a:srgbClr val="626262"/>
                </a:solidFill>
                <a:latin typeface="Arial"/>
                <a:ea typeface="Arial"/>
                <a:cs typeface="Arial"/>
              </a:defRPr>
            </a:defPPr>
            <a:lvl1pPr algn="l">
              <a:defRPr sz="1650" b="0">
                <a:solidFill>
                  <a:srgbClr val="626262"/>
                </a:solidFill>
                <a:latin typeface="Arial"/>
                <a:ea typeface="Arial"/>
                <a:cs typeface="Arial"/>
              </a:defRPr>
            </a:lvl1pPr>
            <a:lvl2pPr algn="l">
              <a:defRPr sz="1650" b="0">
                <a:solidFill>
                  <a:srgbClr val="626262"/>
                </a:solidFill>
                <a:latin typeface="Arial"/>
                <a:ea typeface="Arial"/>
                <a:cs typeface="Arial"/>
              </a:defRPr>
            </a:lvl2pPr>
            <a:lvl3pPr algn="l">
              <a:defRPr sz="1650" b="0">
                <a:solidFill>
                  <a:srgbClr val="626262"/>
                </a:solidFill>
                <a:latin typeface="Arial"/>
                <a:ea typeface="Arial"/>
                <a:cs typeface="Arial"/>
              </a:defRPr>
            </a:lvl3pPr>
            <a:lvl4pPr algn="l">
              <a:defRPr sz="1650" b="0">
                <a:solidFill>
                  <a:srgbClr val="626262"/>
                </a:solidFill>
                <a:latin typeface="Arial"/>
                <a:ea typeface="Arial"/>
                <a:cs typeface="Arial"/>
              </a:defRPr>
            </a:lvl4pPr>
            <a:lvl5pPr algn="l">
              <a:defRPr sz="1650" b="0">
                <a:solidFill>
                  <a:srgbClr val="626262"/>
                </a:solidFill>
                <a:latin typeface="Arial"/>
                <a:ea typeface="Arial"/>
                <a:cs typeface="Arial"/>
              </a:defRPr>
            </a:lvl5pPr>
            <a:lvl6pPr algn="l">
              <a:defRPr sz="1650" b="0">
                <a:solidFill>
                  <a:srgbClr val="626262"/>
                </a:solidFill>
                <a:latin typeface="Arial"/>
                <a:ea typeface="Arial"/>
                <a:cs typeface="Arial"/>
              </a:defRPr>
            </a:lvl6pPr>
            <a:lvl7pPr algn="l">
              <a:defRPr sz="1650" b="0">
                <a:solidFill>
                  <a:srgbClr val="626262"/>
                </a:solidFill>
                <a:latin typeface="Arial"/>
                <a:ea typeface="Arial"/>
                <a:cs typeface="Arial"/>
              </a:defRPr>
            </a:lvl7pPr>
            <a:lvl8pPr algn="l">
              <a:defRPr sz="1650" b="0">
                <a:solidFill>
                  <a:srgbClr val="626262"/>
                </a:solidFill>
                <a:latin typeface="Arial"/>
                <a:ea typeface="Arial"/>
                <a:cs typeface="Arial"/>
              </a:defRPr>
            </a:lvl8pPr>
            <a:lvl9pPr algn="l">
              <a:defRPr sz="1650" b="0">
                <a:solidFill>
                  <a:srgbClr val="626262"/>
                </a:solidFill>
                <a:latin typeface="Arial"/>
                <a:ea typeface="Arial"/>
                <a:cs typeface="Arial"/>
              </a:defRPr>
            </a:lvl9pPr>
          </a:lstStyle>
          <a:p xmlns:a="http://schemas.openxmlformats.org/drawingml/2006/main">
            <a:pPr algn="l">
              <a:defRPr sz="1650" b="0">
                <a:solidFill>
                  <a:srgbClr val="626262"/>
                </a:solidFill>
              </a:defRPr>
            </a:pPr>
            <a:r>
              <a:rPr sz="1650" b="0">
                <a:solidFill>
                  <a:srgbClr val="626262"/>
                </a:solidFill>
                <a:latin typeface="Arial"/>
                <a:ea typeface="Arial"/>
                <a:cs typeface="Arial"/>
              </a:rPr>
              <a:t>Оборотный кредит 500 000 ₽ / 12 месяцев / бизнес 40 месяцев / отчётность за 2025 год</a:t>
            </a:r>
          </a:p>
        </p:txBody>
      </p:sp>
      <p:graphicFrame>
        <p:nvGraphicFramePr>
          <p:cNvPr id="7" name="">
            <a:extLst xmlns:a="http://schemas.openxmlformats.org/drawingml/2006/main">
              <a:ext uri="{FF2B5EF4-FFF2-40B4-BE49-F238E27FC236}">
                <a16:creationId xmlns:a16="http://schemas.microsoft.com/office/drawing/2014/main" id="{36183FF4-17A4-420B-B9B4-F99CD64FC5B6}"/>
              </a:ext>
            </a:extLst>
          </p:cNvPr>
          <p:cNvGraphicFramePr/>
          <p:nvPr/>
        </p:nvGraphicFramePr>
        <p:xfrm>
          <a:off xmlns:a="http://schemas.openxmlformats.org/drawingml/2006/main" x="533400" y="1905000"/>
          <a:ext xmlns:a="http://schemas.openxmlformats.org/drawingml/2006/main" cx="11125200" cy="3848100"/>
        </p:xfrm>
        <a:graphic xmlns:a="http://schemas.openxmlformats.org/drawingml/2006/main">
          <a:graphicData uri="http://schemas.openxmlformats.org/drawingml/2006/table">
            <a:tbl>
              <a:tblPr/>
              <a:tblGrid>
                <a:gridCol w="2743200"/>
                <a:gridCol w="2095500"/>
                <a:gridCol w="2095500"/>
                <a:gridCol w="2095500"/>
                <a:gridCol w="2095500"/>
              </a:tblGrid>
              <a:tr h="384810">
                <a:tc>
                  <a:txBody>
                    <a:bodyPr/>
                    <a:lstStyle/>
                    <a:p>
                      <a:pPr algn="l"/>
                      <a:r>
                        <a:rPr sz="1575" b="1">
                          <a:solidFill>
                            <a:srgbClr val="FFFFFF"/>
                          </a:solidFill>
                          <a:latin typeface="Arial"/>
                          <a:ea typeface="Arial"/>
                          <a:cs typeface="Arial"/>
                        </a:rPr>
                        <a:t>Все суммы в рублях</a:t>
                      </a:r>
                    </a:p>
                  </a:txBody>
                  <a:tcPr marL="91440" marR="91440" marT="45720" marB="45720" anchor="ctr">
                    <a:lnL w="4763">
                      <a:solidFill>
                        <a:srgbClr val="D7D3D0"/>
                      </a:solidFill>
                      <a:prstDash val="solid"/>
                    </a:lnL>
                    <a:lnR w="4763">
                      <a:solidFill>
                        <a:srgbClr val="D7D3D0"/>
                      </a:solidFill>
                      <a:prstDash val="solid"/>
                    </a:lnR>
                    <a:lnT w="4763">
                      <a:solidFill>
                        <a:srgbClr val="D7D3D0"/>
                      </a:solidFill>
                      <a:prstDash val="solid"/>
                    </a:lnT>
                    <a:lnB w="4763">
                      <a:solidFill>
                        <a:srgbClr val="D7D3D0"/>
                      </a:solidFill>
                      <a:prstDash val="solid"/>
                    </a:lnB>
                    <a:solidFill>
                      <a:srgbClr val="F52B22"/>
                    </a:solidFill>
                  </a:tcPr>
                </a:tc>
                <a:tc>
                  <a:txBody>
                    <a:bodyPr/>
                    <a:lstStyle/>
                    <a:p>
                      <a:pPr algn="ctr"/>
                      <a:r>
                        <a:rPr sz="1575" b="1">
                          <a:solidFill>
                            <a:srgbClr val="FFFFFF"/>
                          </a:solidFill>
                          <a:latin typeface="Arial"/>
                          <a:ea typeface="Arial"/>
                          <a:cs typeface="Arial"/>
                        </a:rPr>
                        <a:t>Одобрение</a:t>
                      </a:r>
                    </a:p>
                  </a:txBody>
                  <a:tcPr marL="91440" marR="91440" marT="45720" marB="45720" anchor="ctr">
                    <a:lnR w="4763">
                      <a:solidFill>
                        <a:srgbClr val="D7D3D0"/>
                      </a:solidFill>
                      <a:prstDash val="solid"/>
                    </a:lnR>
                    <a:lnT w="4763">
                      <a:solidFill>
                        <a:srgbClr val="D7D3D0"/>
                      </a:solidFill>
                      <a:prstDash val="solid"/>
                    </a:lnT>
                    <a:lnB w="4763">
                      <a:solidFill>
                        <a:srgbClr val="D7D3D0"/>
                      </a:solidFill>
                      <a:prstDash val="solid"/>
                    </a:lnB>
                    <a:solidFill>
                      <a:srgbClr val="F52B22"/>
                    </a:solidFill>
                  </a:tcPr>
                </a:tc>
                <a:tc>
                  <a:txBody>
                    <a:bodyPr/>
                    <a:lstStyle/>
                    <a:p>
                      <a:pPr algn="ctr"/>
                      <a:r>
                        <a:rPr sz="1575" b="1">
                          <a:solidFill>
                            <a:srgbClr val="FFFFFF"/>
                          </a:solidFill>
                          <a:latin typeface="Arial"/>
                          <a:ea typeface="Arial"/>
                          <a:cs typeface="Arial"/>
                        </a:rPr>
                        <a:t>Отказ</a:t>
                      </a:r>
                    </a:p>
                  </a:txBody>
                  <a:tcPr marL="91440" marR="91440" marT="45720" marB="45720" anchor="ctr">
                    <a:lnR w="4763">
                      <a:solidFill>
                        <a:srgbClr val="D7D3D0"/>
                      </a:solidFill>
                      <a:prstDash val="solid"/>
                    </a:lnR>
                    <a:lnT w="4763">
                      <a:solidFill>
                        <a:srgbClr val="D7D3D0"/>
                      </a:solidFill>
                      <a:prstDash val="solid"/>
                    </a:lnT>
                    <a:lnB w="4763">
                      <a:solidFill>
                        <a:srgbClr val="D7D3D0"/>
                      </a:solidFill>
                      <a:prstDash val="solid"/>
                    </a:lnB>
                    <a:solidFill>
                      <a:srgbClr val="F52B22"/>
                    </a:solidFill>
                  </a:tcPr>
                </a:tc>
                <a:tc>
                  <a:txBody>
                    <a:bodyPr/>
                    <a:lstStyle/>
                    <a:p>
                      <a:pPr algn="ctr"/>
                      <a:r>
                        <a:rPr sz="1575" b="1">
                          <a:solidFill>
                            <a:srgbClr val="FFFFFF"/>
                          </a:solidFill>
                          <a:latin typeface="Arial"/>
                          <a:ea typeface="Arial"/>
                          <a:cs typeface="Arial"/>
                        </a:rPr>
                        <a:t>Ручная проверка</a:t>
                      </a:r>
                    </a:p>
                  </a:txBody>
                  <a:tcPr marL="91440" marR="91440" marT="45720" marB="45720" anchor="ctr">
                    <a:lnR w="4763">
                      <a:solidFill>
                        <a:srgbClr val="D7D3D0"/>
                      </a:solidFill>
                      <a:prstDash val="solid"/>
                    </a:lnR>
                    <a:lnT w="4763">
                      <a:solidFill>
                        <a:srgbClr val="D7D3D0"/>
                      </a:solidFill>
                      <a:prstDash val="solid"/>
                    </a:lnT>
                    <a:lnB w="4763">
                      <a:solidFill>
                        <a:srgbClr val="D7D3D0"/>
                      </a:solidFill>
                      <a:prstDash val="solid"/>
                    </a:lnB>
                    <a:solidFill>
                      <a:srgbClr val="F52B22"/>
                    </a:solidFill>
                  </a:tcPr>
                </a:tc>
                <a:tc>
                  <a:txBody>
                    <a:bodyPr/>
                    <a:lstStyle/>
                    <a:p>
                      <a:pPr algn="ctr"/>
                      <a:r>
                        <a:rPr sz="1575" b="1">
                          <a:solidFill>
                            <a:srgbClr val="FFFFFF"/>
                          </a:solidFill>
                          <a:latin typeface="Arial"/>
                          <a:ea typeface="Arial"/>
                          <a:cs typeface="Arial"/>
                        </a:rPr>
                        <a:t>Другие условия</a:t>
                      </a:r>
                    </a:p>
                  </a:txBody>
                  <a:tcPr marL="91440" marR="91440" marT="45720" marB="45720" anchor="ctr">
                    <a:lnR w="4763">
                      <a:solidFill>
                        <a:srgbClr val="D7D3D0"/>
                      </a:solidFill>
                      <a:prstDash val="solid"/>
                    </a:lnR>
                    <a:lnT w="4763">
                      <a:solidFill>
                        <a:srgbClr val="D7D3D0"/>
                      </a:solidFill>
                      <a:prstDash val="solid"/>
                    </a:lnT>
                    <a:lnB w="4763">
                      <a:solidFill>
                        <a:srgbClr val="D7D3D0"/>
                      </a:solidFill>
                      <a:prstDash val="solid"/>
                    </a:lnB>
                    <a:solidFill>
                      <a:srgbClr val="F52B22"/>
                    </a:solidFill>
                  </a:tcPr>
                </a:tc>
              </a:tr>
              <a:tr h="384810">
                <a:tc>
                  <a:txBody>
                    <a:bodyPr/>
                    <a:lstStyle/>
                    <a:p>
                      <a:pPr algn="l"/>
                      <a:r>
                        <a:rPr sz="1575" b="1">
                          <a:solidFill>
                            <a:srgbClr val="171717"/>
                          </a:solidFill>
                          <a:latin typeface="Arial"/>
                          <a:ea typeface="Arial"/>
                          <a:cs typeface="Arial"/>
                        </a:rPr>
                        <a:t>Выручка в анкете</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3 000 000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3 000 000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1 000 000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r>
              <a:tr h="384810">
                <a:tc>
                  <a:txBody>
                    <a:bodyPr/>
                    <a:lstStyle/>
                    <a:p>
                      <a:pPr algn="l"/>
                      <a:r>
                        <a:rPr sz="1575" b="1">
                          <a:solidFill>
                            <a:srgbClr val="171717"/>
                          </a:solidFill>
                          <a:latin typeface="Arial"/>
                          <a:ea typeface="Arial"/>
                          <a:cs typeface="Arial"/>
                        </a:rPr>
                        <a:t>Активы</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1 000 000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1 000 000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1 000 000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1 000 000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r>
              <a:tr h="384810">
                <a:tc>
                  <a:txBody>
                    <a:bodyPr/>
                    <a:lstStyle/>
                    <a:p>
                      <a:pPr algn="l"/>
                      <a:r>
                        <a:rPr sz="1575" b="1">
                          <a:solidFill>
                            <a:srgbClr val="171717"/>
                          </a:solidFill>
                          <a:latin typeface="Arial"/>
                          <a:ea typeface="Arial"/>
                          <a:cs typeface="Arial"/>
                        </a:rPr>
                        <a:t>Обязательства</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400 000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920 000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400 000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400 000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r>
              <a:tr h="384810">
                <a:tc>
                  <a:txBody>
                    <a:bodyPr/>
                    <a:lstStyle/>
                    <a:p>
                      <a:pPr algn="l"/>
                      <a:r>
                        <a:rPr sz="1575" b="1">
                          <a:solidFill>
                            <a:srgbClr val="171717"/>
                          </a:solidFill>
                          <a:latin typeface="Arial"/>
                          <a:ea typeface="Arial"/>
                          <a:cs typeface="Arial"/>
                        </a:rPr>
                        <a:t>Оборотные активы</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500 000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500 000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500 000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500 000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r>
              <a:tr h="384810">
                <a:tc>
                  <a:txBody>
                    <a:bodyPr/>
                    <a:lstStyle/>
                    <a:p>
                      <a:pPr algn="l"/>
                      <a:r>
                        <a:rPr sz="1575" b="1">
                          <a:solidFill>
                            <a:srgbClr val="171717"/>
                          </a:solidFill>
                          <a:latin typeface="Arial"/>
                          <a:ea typeface="Arial"/>
                          <a:cs typeface="Arial"/>
                        </a:rPr>
                        <a:t>Краткосрочные обяз.</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200 000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300 000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200 000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200 000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r>
              <a:tr h="384810">
                <a:tc>
                  <a:txBody>
                    <a:bodyPr/>
                    <a:lstStyle/>
                    <a:p>
                      <a:pPr algn="l"/>
                      <a:r>
                        <a:rPr sz="1575" b="1">
                          <a:solidFill>
                            <a:srgbClr val="171717"/>
                          </a:solidFill>
                          <a:latin typeface="Arial"/>
                          <a:ea typeface="Arial"/>
                          <a:cs typeface="Arial"/>
                        </a:rPr>
                        <a:t>Капитал</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600 000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80 000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600 000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600 000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r>
              <a:tr h="384810">
                <a:tc>
                  <a:txBody>
                    <a:bodyPr/>
                    <a:lstStyle/>
                    <a:p>
                      <a:pPr algn="l"/>
                      <a:r>
                        <a:rPr sz="1575" b="1">
                          <a:solidFill>
                            <a:srgbClr val="171717"/>
                          </a:solidFill>
                          <a:latin typeface="Arial"/>
                          <a:ea typeface="Arial"/>
                          <a:cs typeface="Arial"/>
                        </a:rPr>
                        <a:t>Выручка в отчётности</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3 000 000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3 000 000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1 000 000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r>
              <a:tr h="384810">
                <a:tc>
                  <a:txBody>
                    <a:bodyPr/>
                    <a:lstStyle/>
                    <a:p>
                      <a:pPr algn="l"/>
                      <a:r>
                        <a:rPr sz="1575" b="1">
                          <a:solidFill>
                            <a:srgbClr val="171717"/>
                          </a:solidFill>
                          <a:latin typeface="Arial"/>
                          <a:ea typeface="Arial"/>
                          <a:cs typeface="Arial"/>
                        </a:rPr>
                        <a:t>Чистая прибыль</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100 000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10 000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0</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575" b="0">
                          <a:solidFill>
                            <a:srgbClr val="171717"/>
                          </a:solidFill>
                          <a:latin typeface="Arial"/>
                          <a:ea typeface="Arial"/>
                          <a:cs typeface="Arial"/>
                        </a:rPr>
                        <a:t>100 000</a:t>
                      </a:r>
                    </a:p>
                  </a:txBody>
                  <a:tcPr marL="91440" marR="91440" marT="45720" marB="45720" anchor="ctr">
                    <a:lnR w="4763">
                      <a:solidFill>
                        <a:srgbClr val="D7D3D0"/>
                      </a:solidFill>
                      <a:prstDash val="solid"/>
                    </a:lnR>
                    <a:lnB w="4763">
                      <a:solidFill>
                        <a:srgbClr val="D7D3D0"/>
                      </a:solidFill>
                      <a:prstDash val="solid"/>
                    </a:lnB>
                    <a:solidFill>
                      <a:srgbClr val="F4F2F0"/>
                    </a:solidFill>
                  </a:tcPr>
                </a:tc>
              </a:tr>
              <a:tr h="384810">
                <a:tc>
                  <a:txBody>
                    <a:bodyPr/>
                    <a:lstStyle/>
                    <a:p>
                      <a:pPr algn="l"/>
                      <a:r>
                        <a:rPr sz="1575" b="1">
                          <a:solidFill>
                            <a:srgbClr val="171717"/>
                          </a:solidFill>
                          <a:latin typeface="Arial"/>
                          <a:ea typeface="Arial"/>
                          <a:cs typeface="Arial"/>
                        </a:rPr>
                        <a:t>EBIT</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150 000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20 000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0</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575" b="0">
                          <a:solidFill>
                            <a:srgbClr val="171717"/>
                          </a:solidFill>
                          <a:latin typeface="Arial"/>
                          <a:ea typeface="Arial"/>
                          <a:cs typeface="Arial"/>
                        </a:rPr>
                        <a:t>150 000</a:t>
                      </a:r>
                    </a:p>
                  </a:txBody>
                  <a:tcPr marL="91440" marR="91440" marT="45720" marB="45720" anchor="ctr">
                    <a:lnR w="4763">
                      <a:solidFill>
                        <a:srgbClr val="D7D3D0"/>
                      </a:solidFill>
                      <a:prstDash val="solid"/>
                    </a:lnR>
                    <a:lnB w="4763">
                      <a:solidFill>
                        <a:srgbClr val="D7D3D0"/>
                      </a:solidFill>
                      <a:prstDash val="solid"/>
                    </a:lnB>
                    <a:solidFill>
                      <a:srgbClr val="FFFFFF"/>
                    </a:solidFill>
                  </a:tcPr>
                </a:tc>
              </a:tr>
            </a:tbl>
          </a:graphicData>
        </a:graphic>
      </p:graphicFrame>
      <p:sp>
        <p:nvSpPr>
          <p:cNvPr id="8" name="Ожидаемо: 500 000 ₽ / отказ / ручная проверка / предложение 250 ">
            <a:extLst xmlns:a="http://schemas.openxmlformats.org/drawingml/2006/main">
              <a:ext uri="{FF2B5EF4-FFF2-40B4-BE49-F238E27FC236}">
                <a16:creationId xmlns:a16="http://schemas.microsoft.com/office/drawing/2014/main" id="{8194E845-6E4C-4ED8-8352-9F999EAFBF4E}"/>
              </a:ext>
            </a:extLst>
          </p:cNvPr>
          <p:cNvSpPr>
            <a:spLocks xmlns:a="http://schemas.openxmlformats.org/drawingml/2006/main" noGrp="1"/>
          </p:cNvSpPr>
          <p:nvPr/>
        </p:nvSpPr>
        <p:spPr>
          <a:xfrm xmlns:a="http://schemas.openxmlformats.org/drawingml/2006/main">
            <a:off x="533400" y="5886450"/>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00" b="1">
                <a:solidFill>
                  <a:srgbClr val="F52B22"/>
                </a:solidFill>
                <a:latin typeface="Arial"/>
                <a:ea typeface="Arial"/>
                <a:cs typeface="Arial"/>
              </a:defRPr>
            </a:defPPr>
            <a:lvl1pPr algn="l">
              <a:defRPr sz="1800" b="1">
                <a:solidFill>
                  <a:srgbClr val="F52B22"/>
                </a:solidFill>
                <a:latin typeface="Arial"/>
                <a:ea typeface="Arial"/>
                <a:cs typeface="Arial"/>
              </a:defRPr>
            </a:lvl1pPr>
            <a:lvl2pPr algn="l">
              <a:defRPr sz="1800" b="1">
                <a:solidFill>
                  <a:srgbClr val="F52B22"/>
                </a:solidFill>
                <a:latin typeface="Arial"/>
                <a:ea typeface="Arial"/>
                <a:cs typeface="Arial"/>
              </a:defRPr>
            </a:lvl2pPr>
            <a:lvl3pPr algn="l">
              <a:defRPr sz="1800" b="1">
                <a:solidFill>
                  <a:srgbClr val="F52B22"/>
                </a:solidFill>
                <a:latin typeface="Arial"/>
                <a:ea typeface="Arial"/>
                <a:cs typeface="Arial"/>
              </a:defRPr>
            </a:lvl3pPr>
            <a:lvl4pPr algn="l">
              <a:defRPr sz="1800" b="1">
                <a:solidFill>
                  <a:srgbClr val="F52B22"/>
                </a:solidFill>
                <a:latin typeface="Arial"/>
                <a:ea typeface="Arial"/>
                <a:cs typeface="Arial"/>
              </a:defRPr>
            </a:lvl4pPr>
            <a:lvl5pPr algn="l">
              <a:defRPr sz="1800" b="1">
                <a:solidFill>
                  <a:srgbClr val="F52B22"/>
                </a:solidFill>
                <a:latin typeface="Arial"/>
                <a:ea typeface="Arial"/>
                <a:cs typeface="Arial"/>
              </a:defRPr>
            </a:lvl5pPr>
            <a:lvl6pPr algn="l">
              <a:defRPr sz="1800" b="1">
                <a:solidFill>
                  <a:srgbClr val="F52B22"/>
                </a:solidFill>
                <a:latin typeface="Arial"/>
                <a:ea typeface="Arial"/>
                <a:cs typeface="Arial"/>
              </a:defRPr>
            </a:lvl6pPr>
            <a:lvl7pPr algn="l">
              <a:defRPr sz="1800" b="1">
                <a:solidFill>
                  <a:srgbClr val="F52B22"/>
                </a:solidFill>
                <a:latin typeface="Arial"/>
                <a:ea typeface="Arial"/>
                <a:cs typeface="Arial"/>
              </a:defRPr>
            </a:lvl7pPr>
            <a:lvl8pPr algn="l">
              <a:defRPr sz="1800" b="1">
                <a:solidFill>
                  <a:srgbClr val="F52B22"/>
                </a:solidFill>
                <a:latin typeface="Arial"/>
                <a:ea typeface="Arial"/>
                <a:cs typeface="Arial"/>
              </a:defRPr>
            </a:lvl8pPr>
            <a:lvl9pPr algn="l">
              <a:defRPr sz="1800" b="1">
                <a:solidFill>
                  <a:srgbClr val="F52B22"/>
                </a:solidFill>
                <a:latin typeface="Arial"/>
                <a:ea typeface="Arial"/>
                <a:cs typeface="Arial"/>
              </a:defRPr>
            </a:lvl9pPr>
          </a:lstStyle>
          <a:p xmlns:a="http://schemas.openxmlformats.org/drawingml/2006/main">
            <a:pPr algn="l">
              <a:defRPr sz="1800" b="1">
                <a:solidFill>
                  <a:srgbClr val="F52B22"/>
                </a:solidFill>
              </a:defRPr>
            </a:pPr>
            <a:r>
              <a:rPr sz="1800" b="1">
                <a:solidFill>
                  <a:srgbClr val="F52B22"/>
                </a:solidFill>
                <a:latin typeface="Arial"/>
                <a:ea typeface="Arial"/>
                <a:cs typeface="Arial"/>
              </a:rPr>
              <a:t>Ожидаемо: 500 000 ₽ / отказ / ручная проверка / предложение 250 000 ₽</a:t>
            </a:r>
          </a:p>
        </p:txBody>
      </p:sp>
    </p:spTree>
    <p:extLst>
      <p:ext uri="{BB962C8B-B14F-4D97-AF65-F5344CB8AC3E}">
        <p14:creationId xmlns:p14="http://schemas.microsoft.com/office/powerpoint/2010/main" val="5282617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АЛЬФА ХАК 2026">
            <a:extLst xmlns:a="http://schemas.openxmlformats.org/drawingml/2006/main">
              <a:ext uri="{FF2B5EF4-FFF2-40B4-BE49-F238E27FC236}">
                <a16:creationId xmlns:a16="http://schemas.microsoft.com/office/drawing/2014/main" id="{A13AD9C8-5C8D-44C4-B172-DED38355A95D}"/>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52B22"/>
                </a:solidFill>
                <a:latin typeface="Arial"/>
                <a:ea typeface="Arial"/>
                <a:cs typeface="Arial"/>
              </a:defRPr>
            </a:defPPr>
            <a:lvl1pPr algn="l">
              <a:defRPr sz="975" b="1">
                <a:solidFill>
                  <a:srgbClr val="F52B22"/>
                </a:solidFill>
                <a:latin typeface="Arial"/>
                <a:ea typeface="Arial"/>
                <a:cs typeface="Arial"/>
              </a:defRPr>
            </a:lvl1pPr>
            <a:lvl2pPr algn="l">
              <a:defRPr sz="975" b="1">
                <a:solidFill>
                  <a:srgbClr val="F52B22"/>
                </a:solidFill>
                <a:latin typeface="Arial"/>
                <a:ea typeface="Arial"/>
                <a:cs typeface="Arial"/>
              </a:defRPr>
            </a:lvl2pPr>
            <a:lvl3pPr algn="l">
              <a:defRPr sz="975" b="1">
                <a:solidFill>
                  <a:srgbClr val="F52B22"/>
                </a:solidFill>
                <a:latin typeface="Arial"/>
                <a:ea typeface="Arial"/>
                <a:cs typeface="Arial"/>
              </a:defRPr>
            </a:lvl3pPr>
            <a:lvl4pPr algn="l">
              <a:defRPr sz="975" b="1">
                <a:solidFill>
                  <a:srgbClr val="F52B22"/>
                </a:solidFill>
                <a:latin typeface="Arial"/>
                <a:ea typeface="Arial"/>
                <a:cs typeface="Arial"/>
              </a:defRPr>
            </a:lvl4pPr>
            <a:lvl5pPr algn="l">
              <a:defRPr sz="975" b="1">
                <a:solidFill>
                  <a:srgbClr val="F52B22"/>
                </a:solidFill>
                <a:latin typeface="Arial"/>
                <a:ea typeface="Arial"/>
                <a:cs typeface="Arial"/>
              </a:defRPr>
            </a:lvl5pPr>
            <a:lvl6pPr algn="l">
              <a:defRPr sz="975" b="1">
                <a:solidFill>
                  <a:srgbClr val="F52B22"/>
                </a:solidFill>
                <a:latin typeface="Arial"/>
                <a:ea typeface="Arial"/>
                <a:cs typeface="Arial"/>
              </a:defRPr>
            </a:lvl6pPr>
            <a:lvl7pPr algn="l">
              <a:defRPr sz="975" b="1">
                <a:solidFill>
                  <a:srgbClr val="F52B22"/>
                </a:solidFill>
                <a:latin typeface="Arial"/>
                <a:ea typeface="Arial"/>
                <a:cs typeface="Arial"/>
              </a:defRPr>
            </a:lvl7pPr>
            <a:lvl8pPr algn="l">
              <a:defRPr sz="975" b="1">
                <a:solidFill>
                  <a:srgbClr val="F52B22"/>
                </a:solidFill>
                <a:latin typeface="Arial"/>
                <a:ea typeface="Arial"/>
                <a:cs typeface="Arial"/>
              </a:defRPr>
            </a:lvl8pPr>
            <a:lvl9pPr algn="l">
              <a:defRPr sz="975" b="1">
                <a:solidFill>
                  <a:srgbClr val="F52B22"/>
                </a:solidFill>
                <a:latin typeface="Arial"/>
                <a:ea typeface="Arial"/>
                <a:cs typeface="Arial"/>
              </a:defRPr>
            </a:lvl9pPr>
          </a:lstStyle>
          <a:p xmlns:a="http://schemas.openxmlformats.org/drawingml/2006/main">
            <a:pPr algn="l">
              <a:defRPr sz="975" b="1">
                <a:solidFill>
                  <a:srgbClr val="F52B22"/>
                </a:solidFill>
              </a:defRPr>
            </a:pPr>
            <a:r>
              <a:rPr sz="975" b="1">
                <a:solidFill>
                  <a:srgbClr val="F52B22"/>
                </a:solidFill>
                <a:latin typeface="Arial"/>
                <a:ea typeface="Arial"/>
                <a:cs typeface="Arial"/>
              </a:rPr>
              <a:t>АЛЬФА ХАК 2026</a:t>
            </a:r>
          </a:p>
        </p:txBody>
      </p:sp>
      <p:sp>
        <p:nvSpPr>
          <p:cNvPr id="3" name="Документы и подтверждение финансов">
            <a:extLst xmlns:a="http://schemas.openxmlformats.org/drawingml/2006/main">
              <a:ext uri="{FF2B5EF4-FFF2-40B4-BE49-F238E27FC236}">
                <a16:creationId xmlns:a16="http://schemas.microsoft.com/office/drawing/2014/main" id="{F699399F-BCB9-4355-BF29-7BAFD53DA2A3}"/>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171717"/>
                </a:solidFill>
                <a:latin typeface="Arial"/>
                <a:ea typeface="Arial"/>
                <a:cs typeface="Arial"/>
              </a:defRPr>
            </a:defPPr>
            <a:lvl1pPr algn="l">
              <a:defRPr sz="3675" b="1">
                <a:solidFill>
                  <a:srgbClr val="171717"/>
                </a:solidFill>
                <a:latin typeface="Arial"/>
                <a:ea typeface="Arial"/>
                <a:cs typeface="Arial"/>
              </a:defRPr>
            </a:lvl1pPr>
            <a:lvl2pPr algn="l">
              <a:defRPr sz="3675" b="1">
                <a:solidFill>
                  <a:srgbClr val="171717"/>
                </a:solidFill>
                <a:latin typeface="Arial"/>
                <a:ea typeface="Arial"/>
                <a:cs typeface="Arial"/>
              </a:defRPr>
            </a:lvl2pPr>
            <a:lvl3pPr algn="l">
              <a:defRPr sz="3675" b="1">
                <a:solidFill>
                  <a:srgbClr val="171717"/>
                </a:solidFill>
                <a:latin typeface="Arial"/>
                <a:ea typeface="Arial"/>
                <a:cs typeface="Arial"/>
              </a:defRPr>
            </a:lvl3pPr>
            <a:lvl4pPr algn="l">
              <a:defRPr sz="3675" b="1">
                <a:solidFill>
                  <a:srgbClr val="171717"/>
                </a:solidFill>
                <a:latin typeface="Arial"/>
                <a:ea typeface="Arial"/>
                <a:cs typeface="Arial"/>
              </a:defRPr>
            </a:lvl4pPr>
            <a:lvl5pPr algn="l">
              <a:defRPr sz="3675" b="1">
                <a:solidFill>
                  <a:srgbClr val="171717"/>
                </a:solidFill>
                <a:latin typeface="Arial"/>
                <a:ea typeface="Arial"/>
                <a:cs typeface="Arial"/>
              </a:defRPr>
            </a:lvl5pPr>
            <a:lvl6pPr algn="l">
              <a:defRPr sz="3675" b="1">
                <a:solidFill>
                  <a:srgbClr val="171717"/>
                </a:solidFill>
                <a:latin typeface="Arial"/>
                <a:ea typeface="Arial"/>
                <a:cs typeface="Arial"/>
              </a:defRPr>
            </a:lvl6pPr>
            <a:lvl7pPr algn="l">
              <a:defRPr sz="3675" b="1">
                <a:solidFill>
                  <a:srgbClr val="171717"/>
                </a:solidFill>
                <a:latin typeface="Arial"/>
                <a:ea typeface="Arial"/>
                <a:cs typeface="Arial"/>
              </a:defRPr>
            </a:lvl7pPr>
            <a:lvl8pPr algn="l">
              <a:defRPr sz="3675" b="1">
                <a:solidFill>
                  <a:srgbClr val="171717"/>
                </a:solidFill>
                <a:latin typeface="Arial"/>
                <a:ea typeface="Arial"/>
                <a:cs typeface="Arial"/>
              </a:defRPr>
            </a:lvl8pPr>
            <a:lvl9pPr algn="l">
              <a:defRPr sz="3675" b="1">
                <a:solidFill>
                  <a:srgbClr val="171717"/>
                </a:solidFill>
                <a:latin typeface="Arial"/>
                <a:ea typeface="Arial"/>
                <a:cs typeface="Arial"/>
              </a:defRPr>
            </a:lvl9pPr>
          </a:lstStyle>
          <a:p xmlns:a="http://schemas.openxmlformats.org/drawingml/2006/main">
            <a:pPr algn="l">
              <a:defRPr sz="3675" b="1">
                <a:solidFill>
                  <a:srgbClr val="171717"/>
                </a:solidFill>
              </a:defRPr>
            </a:pPr>
            <a:r>
              <a:rPr sz="3675" b="1">
                <a:solidFill>
                  <a:srgbClr val="171717"/>
                </a:solidFill>
                <a:latin typeface="Arial"/>
                <a:ea typeface="Arial"/>
                <a:cs typeface="Arial"/>
              </a:rPr>
              <a:t>Документы и подтверждение финансов</a:t>
            </a:r>
          </a:p>
        </p:txBody>
      </p:sp>
      <p:sp>
        <p:nvSpPr>
          <p:cNvPr id="4" name="Поток / Gambit_Yvaga">
            <a:extLst xmlns:a="http://schemas.openxmlformats.org/drawingml/2006/main">
              <a:ext uri="{FF2B5EF4-FFF2-40B4-BE49-F238E27FC236}">
                <a16:creationId xmlns:a16="http://schemas.microsoft.com/office/drawing/2014/main" id="{C7CD0ACB-76D9-48D7-9283-D594A6ACA4FC}"/>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626262"/>
                </a:solidFill>
                <a:latin typeface="Arial"/>
                <a:ea typeface="Arial"/>
                <a:cs typeface="Arial"/>
              </a:defRPr>
            </a:defPPr>
            <a:lvl1pPr algn="l">
              <a:defRPr sz="1125" b="0">
                <a:solidFill>
                  <a:srgbClr val="626262"/>
                </a:solidFill>
                <a:latin typeface="Arial"/>
                <a:ea typeface="Arial"/>
                <a:cs typeface="Arial"/>
              </a:defRPr>
            </a:lvl1pPr>
            <a:lvl2pPr algn="l">
              <a:defRPr sz="1125" b="0">
                <a:solidFill>
                  <a:srgbClr val="626262"/>
                </a:solidFill>
                <a:latin typeface="Arial"/>
                <a:ea typeface="Arial"/>
                <a:cs typeface="Arial"/>
              </a:defRPr>
            </a:lvl2pPr>
            <a:lvl3pPr algn="l">
              <a:defRPr sz="1125" b="0">
                <a:solidFill>
                  <a:srgbClr val="626262"/>
                </a:solidFill>
                <a:latin typeface="Arial"/>
                <a:ea typeface="Arial"/>
                <a:cs typeface="Arial"/>
              </a:defRPr>
            </a:lvl3pPr>
            <a:lvl4pPr algn="l">
              <a:defRPr sz="1125" b="0">
                <a:solidFill>
                  <a:srgbClr val="626262"/>
                </a:solidFill>
                <a:latin typeface="Arial"/>
                <a:ea typeface="Arial"/>
                <a:cs typeface="Arial"/>
              </a:defRPr>
            </a:lvl4pPr>
            <a:lvl5pPr algn="l">
              <a:defRPr sz="1125" b="0">
                <a:solidFill>
                  <a:srgbClr val="626262"/>
                </a:solidFill>
                <a:latin typeface="Arial"/>
                <a:ea typeface="Arial"/>
                <a:cs typeface="Arial"/>
              </a:defRPr>
            </a:lvl5pPr>
            <a:lvl6pPr algn="l">
              <a:defRPr sz="1125" b="0">
                <a:solidFill>
                  <a:srgbClr val="626262"/>
                </a:solidFill>
                <a:latin typeface="Arial"/>
                <a:ea typeface="Arial"/>
                <a:cs typeface="Arial"/>
              </a:defRPr>
            </a:lvl6pPr>
            <a:lvl7pPr algn="l">
              <a:defRPr sz="1125" b="0">
                <a:solidFill>
                  <a:srgbClr val="626262"/>
                </a:solidFill>
                <a:latin typeface="Arial"/>
                <a:ea typeface="Arial"/>
                <a:cs typeface="Arial"/>
              </a:defRPr>
            </a:lvl7pPr>
            <a:lvl8pPr algn="l">
              <a:defRPr sz="1125" b="0">
                <a:solidFill>
                  <a:srgbClr val="626262"/>
                </a:solidFill>
                <a:latin typeface="Arial"/>
                <a:ea typeface="Arial"/>
                <a:cs typeface="Arial"/>
              </a:defRPr>
            </a:lvl8pPr>
            <a:lvl9pPr algn="l">
              <a:defRPr sz="1125" b="0">
                <a:solidFill>
                  <a:srgbClr val="626262"/>
                </a:solidFill>
                <a:latin typeface="Arial"/>
                <a:ea typeface="Arial"/>
                <a:cs typeface="Arial"/>
              </a:defRPr>
            </a:lvl9pPr>
          </a:lstStyle>
          <a:p xmlns:a="http://schemas.openxmlformats.org/drawingml/2006/main">
            <a:pPr algn="l">
              <a:defRPr sz="1125" b="0">
                <a:solidFill>
                  <a:srgbClr val="626262"/>
                </a:solidFill>
              </a:defRPr>
            </a:pPr>
            <a:r>
              <a:rPr sz="1125" b="0">
                <a:solidFill>
                  <a:srgbClr val="626262"/>
                </a:solidFill>
                <a:latin typeface="Arial"/>
                <a:ea typeface="Arial"/>
                <a:cs typeface="Arial"/>
              </a:rPr>
              <a:t>Поток / Gambit_Yvaga</a:t>
            </a:r>
          </a:p>
        </p:txBody>
      </p:sp>
      <p:sp>
        <p:nvSpPr>
          <p:cNvPr id="5" name="08">
            <a:extLst xmlns:a="http://schemas.openxmlformats.org/drawingml/2006/main">
              <a:ext uri="{FF2B5EF4-FFF2-40B4-BE49-F238E27FC236}">
                <a16:creationId xmlns:a16="http://schemas.microsoft.com/office/drawing/2014/main" id="{613900F4-8C72-4145-BC97-E29B50885F5D}"/>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626262"/>
                </a:solidFill>
                <a:latin typeface="Arial"/>
                <a:ea typeface="Arial"/>
                <a:cs typeface="Arial"/>
              </a:defRPr>
            </a:defPPr>
            <a:lvl1pPr algn="r">
              <a:defRPr sz="1125" b="0">
                <a:solidFill>
                  <a:srgbClr val="626262"/>
                </a:solidFill>
                <a:latin typeface="Arial"/>
                <a:ea typeface="Arial"/>
                <a:cs typeface="Arial"/>
              </a:defRPr>
            </a:lvl1pPr>
            <a:lvl2pPr algn="r">
              <a:defRPr sz="1125" b="0">
                <a:solidFill>
                  <a:srgbClr val="626262"/>
                </a:solidFill>
                <a:latin typeface="Arial"/>
                <a:ea typeface="Arial"/>
                <a:cs typeface="Arial"/>
              </a:defRPr>
            </a:lvl2pPr>
            <a:lvl3pPr algn="r">
              <a:defRPr sz="1125" b="0">
                <a:solidFill>
                  <a:srgbClr val="626262"/>
                </a:solidFill>
                <a:latin typeface="Arial"/>
                <a:ea typeface="Arial"/>
                <a:cs typeface="Arial"/>
              </a:defRPr>
            </a:lvl3pPr>
            <a:lvl4pPr algn="r">
              <a:defRPr sz="1125" b="0">
                <a:solidFill>
                  <a:srgbClr val="626262"/>
                </a:solidFill>
                <a:latin typeface="Arial"/>
                <a:ea typeface="Arial"/>
                <a:cs typeface="Arial"/>
              </a:defRPr>
            </a:lvl4pPr>
            <a:lvl5pPr algn="r">
              <a:defRPr sz="1125" b="0">
                <a:solidFill>
                  <a:srgbClr val="626262"/>
                </a:solidFill>
                <a:latin typeface="Arial"/>
                <a:ea typeface="Arial"/>
                <a:cs typeface="Arial"/>
              </a:defRPr>
            </a:lvl5pPr>
            <a:lvl6pPr algn="r">
              <a:defRPr sz="1125" b="0">
                <a:solidFill>
                  <a:srgbClr val="626262"/>
                </a:solidFill>
                <a:latin typeface="Arial"/>
                <a:ea typeface="Arial"/>
                <a:cs typeface="Arial"/>
              </a:defRPr>
            </a:lvl6pPr>
            <a:lvl7pPr algn="r">
              <a:defRPr sz="1125" b="0">
                <a:solidFill>
                  <a:srgbClr val="626262"/>
                </a:solidFill>
                <a:latin typeface="Arial"/>
                <a:ea typeface="Arial"/>
                <a:cs typeface="Arial"/>
              </a:defRPr>
            </a:lvl7pPr>
            <a:lvl8pPr algn="r">
              <a:defRPr sz="1125" b="0">
                <a:solidFill>
                  <a:srgbClr val="626262"/>
                </a:solidFill>
                <a:latin typeface="Arial"/>
                <a:ea typeface="Arial"/>
                <a:cs typeface="Arial"/>
              </a:defRPr>
            </a:lvl8pPr>
            <a:lvl9pPr algn="r">
              <a:defRPr sz="1125" b="0">
                <a:solidFill>
                  <a:srgbClr val="626262"/>
                </a:solidFill>
                <a:latin typeface="Arial"/>
                <a:ea typeface="Arial"/>
                <a:cs typeface="Arial"/>
              </a:defRPr>
            </a:lvl9pPr>
          </a:lstStyle>
          <a:p xmlns:a="http://schemas.openxmlformats.org/drawingml/2006/main">
            <a:pPr algn="r">
              <a:defRPr sz="1125" b="0">
                <a:solidFill>
                  <a:srgbClr val="626262"/>
                </a:solidFill>
              </a:defRPr>
            </a:pPr>
            <a:r>
              <a:rPr sz="1125" b="0">
                <a:solidFill>
                  <a:srgbClr val="626262"/>
                </a:solidFill>
                <a:latin typeface="Arial"/>
                <a:ea typeface="Arial"/>
                <a:cs typeface="Arial"/>
              </a:rPr>
              <a:t>08</a:t>
            </a:r>
          </a:p>
        </p:txBody>
      </p:sp>
      <p:pic>
        <p:nvPicPr>
          <p:cNvPr id="6" name="">
            <a:extLst xmlns:a="http://schemas.openxmlformats.org/drawingml/2006/main">
              <a:ext uri="{FF2B5EF4-FFF2-40B4-BE49-F238E27FC236}">
                <a16:creationId xmlns:a16="http://schemas.microsoft.com/office/drawing/2014/main" id="{303A3F51-3FAA-44A1-BEE6-236EE39A331C}"/>
              </a:ext>
            </a:extLst>
          </p:cNvPr>
          <p:cNvPicPr>
            <a:picLocks xmlns:a="http://schemas.openxmlformats.org/drawingml/2006/main" noChangeAspect="1"/>
          </p:cNvPicPr>
          <p:nvPr/>
        </p:nvPicPr>
        <p:blipFill>
          <a:blip xmlns:r="http://schemas.openxmlformats.org/officeDocument/2006/relationships" xmlns:a="http://schemas.openxmlformats.org/drawingml/2006/main" r:embed="Red34045287bb4167"/>
          <a:stretch xmlns:a="http://schemas.openxmlformats.org/drawingml/2006/main"/>
        </p:blipFill>
        <p:spPr>
          <a:xfrm xmlns:a="http://schemas.openxmlformats.org/drawingml/2006/main">
            <a:off x="609600" y="1696641"/>
            <a:ext cx="6667500" cy="3750469"/>
          </a:xfrm>
          <a:prstGeom xmlns:a="http://schemas.openxmlformats.org/drawingml/2006/main" prst="rect">
            <a:avLst/>
          </a:prstGeom>
        </p:spPr>
      </p:pic>
      <p:sp>
        <p:nvSpPr>
          <p:cNvPr id="7" name="Карантин и ClamAV">
            <a:extLst xmlns:a="http://schemas.openxmlformats.org/drawingml/2006/main">
              <a:ext uri="{FF2B5EF4-FFF2-40B4-BE49-F238E27FC236}">
                <a16:creationId xmlns:a16="http://schemas.microsoft.com/office/drawing/2014/main" id="{601FD5EB-CE7B-4ECD-B253-141F69D0658F}"/>
              </a:ext>
            </a:extLst>
          </p:cNvPr>
          <p:cNvSpPr>
            <a:spLocks xmlns:a="http://schemas.openxmlformats.org/drawingml/2006/main" noGrp="1"/>
          </p:cNvSpPr>
          <p:nvPr/>
        </p:nvSpPr>
        <p:spPr>
          <a:xfrm xmlns:a="http://schemas.openxmlformats.org/drawingml/2006/main">
            <a:off x="7848600" y="18097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1">
                <a:solidFill>
                  <a:srgbClr val="F52B22"/>
                </a:solidFill>
                <a:latin typeface="Arial"/>
                <a:ea typeface="Arial"/>
                <a:cs typeface="Arial"/>
              </a:defRPr>
            </a:defPPr>
            <a:lvl1pPr algn="l">
              <a:defRPr sz="2250" b="1">
                <a:solidFill>
                  <a:srgbClr val="F52B22"/>
                </a:solidFill>
                <a:latin typeface="Arial"/>
                <a:ea typeface="Arial"/>
                <a:cs typeface="Arial"/>
              </a:defRPr>
            </a:lvl1pPr>
            <a:lvl2pPr algn="l">
              <a:defRPr sz="2250" b="1">
                <a:solidFill>
                  <a:srgbClr val="F52B22"/>
                </a:solidFill>
                <a:latin typeface="Arial"/>
                <a:ea typeface="Arial"/>
                <a:cs typeface="Arial"/>
              </a:defRPr>
            </a:lvl2pPr>
            <a:lvl3pPr algn="l">
              <a:defRPr sz="2250" b="1">
                <a:solidFill>
                  <a:srgbClr val="F52B22"/>
                </a:solidFill>
                <a:latin typeface="Arial"/>
                <a:ea typeface="Arial"/>
                <a:cs typeface="Arial"/>
              </a:defRPr>
            </a:lvl3pPr>
            <a:lvl4pPr algn="l">
              <a:defRPr sz="2250" b="1">
                <a:solidFill>
                  <a:srgbClr val="F52B22"/>
                </a:solidFill>
                <a:latin typeface="Arial"/>
                <a:ea typeface="Arial"/>
                <a:cs typeface="Arial"/>
              </a:defRPr>
            </a:lvl4pPr>
            <a:lvl5pPr algn="l">
              <a:defRPr sz="2250" b="1">
                <a:solidFill>
                  <a:srgbClr val="F52B22"/>
                </a:solidFill>
                <a:latin typeface="Arial"/>
                <a:ea typeface="Arial"/>
                <a:cs typeface="Arial"/>
              </a:defRPr>
            </a:lvl5pPr>
            <a:lvl6pPr algn="l">
              <a:defRPr sz="2250" b="1">
                <a:solidFill>
                  <a:srgbClr val="F52B22"/>
                </a:solidFill>
                <a:latin typeface="Arial"/>
                <a:ea typeface="Arial"/>
                <a:cs typeface="Arial"/>
              </a:defRPr>
            </a:lvl6pPr>
            <a:lvl7pPr algn="l">
              <a:defRPr sz="2250" b="1">
                <a:solidFill>
                  <a:srgbClr val="F52B22"/>
                </a:solidFill>
                <a:latin typeface="Arial"/>
                <a:ea typeface="Arial"/>
                <a:cs typeface="Arial"/>
              </a:defRPr>
            </a:lvl7pPr>
            <a:lvl8pPr algn="l">
              <a:defRPr sz="2250" b="1">
                <a:solidFill>
                  <a:srgbClr val="F52B22"/>
                </a:solidFill>
                <a:latin typeface="Arial"/>
                <a:ea typeface="Arial"/>
                <a:cs typeface="Arial"/>
              </a:defRPr>
            </a:lvl8pPr>
            <a:lvl9pPr algn="l">
              <a:defRPr sz="2250" b="1">
                <a:solidFill>
                  <a:srgbClr val="F52B22"/>
                </a:solidFill>
                <a:latin typeface="Arial"/>
                <a:ea typeface="Arial"/>
                <a:cs typeface="Arial"/>
              </a:defRPr>
            </a:lvl9pPr>
          </a:lstStyle>
          <a:p xmlns:a="http://schemas.openxmlformats.org/drawingml/2006/main">
            <a:pPr algn="l">
              <a:defRPr sz="2250" b="1">
                <a:solidFill>
                  <a:srgbClr val="F52B22"/>
                </a:solidFill>
              </a:defRPr>
            </a:pPr>
            <a:r>
              <a:rPr sz="2250" b="1">
                <a:solidFill>
                  <a:srgbClr val="F52B22"/>
                </a:solidFill>
                <a:latin typeface="Arial"/>
                <a:ea typeface="Arial"/>
                <a:cs typeface="Arial"/>
              </a:rPr>
              <a:t>Карантин и ClamAV</a:t>
            </a:r>
          </a:p>
        </p:txBody>
      </p:sp>
      <p:sp>
        <p:nvSpPr>
          <p:cNvPr id="8" name="Только CLEAN-версия">
            <a:extLst xmlns:a="http://schemas.openxmlformats.org/drawingml/2006/main">
              <a:ext uri="{FF2B5EF4-FFF2-40B4-BE49-F238E27FC236}">
                <a16:creationId xmlns:a16="http://schemas.microsoft.com/office/drawing/2014/main" id="{85E6497E-0B81-4D96-B3BD-8C2B5E82575F}"/>
              </a:ext>
            </a:extLst>
          </p:cNvPr>
          <p:cNvSpPr>
            <a:spLocks xmlns:a="http://schemas.openxmlformats.org/drawingml/2006/main" noGrp="1"/>
          </p:cNvSpPr>
          <p:nvPr/>
        </p:nvSpPr>
        <p:spPr>
          <a:xfrm xmlns:a="http://schemas.openxmlformats.org/drawingml/2006/main">
            <a:off x="7848600" y="2400300"/>
            <a:ext cx="3714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950" b="0">
                <a:solidFill>
                  <a:srgbClr val="171717"/>
                </a:solidFill>
                <a:latin typeface="Arial"/>
                <a:ea typeface="Arial"/>
                <a:cs typeface="Arial"/>
              </a:defRPr>
            </a:defPPr>
            <a:lvl1pPr algn="l">
              <a:defRPr sz="1950" b="0">
                <a:solidFill>
                  <a:srgbClr val="171717"/>
                </a:solidFill>
                <a:latin typeface="Arial"/>
                <a:ea typeface="Arial"/>
                <a:cs typeface="Arial"/>
              </a:defRPr>
            </a:lvl1pPr>
            <a:lvl2pPr algn="l">
              <a:defRPr sz="1950" b="0">
                <a:solidFill>
                  <a:srgbClr val="171717"/>
                </a:solidFill>
                <a:latin typeface="Arial"/>
                <a:ea typeface="Arial"/>
                <a:cs typeface="Arial"/>
              </a:defRPr>
            </a:lvl2pPr>
            <a:lvl3pPr algn="l">
              <a:defRPr sz="1950" b="0">
                <a:solidFill>
                  <a:srgbClr val="171717"/>
                </a:solidFill>
                <a:latin typeface="Arial"/>
                <a:ea typeface="Arial"/>
                <a:cs typeface="Arial"/>
              </a:defRPr>
            </a:lvl3pPr>
            <a:lvl4pPr algn="l">
              <a:defRPr sz="1950" b="0">
                <a:solidFill>
                  <a:srgbClr val="171717"/>
                </a:solidFill>
                <a:latin typeface="Arial"/>
                <a:ea typeface="Arial"/>
                <a:cs typeface="Arial"/>
              </a:defRPr>
            </a:lvl4pPr>
            <a:lvl5pPr algn="l">
              <a:defRPr sz="1950" b="0">
                <a:solidFill>
                  <a:srgbClr val="171717"/>
                </a:solidFill>
                <a:latin typeface="Arial"/>
                <a:ea typeface="Arial"/>
                <a:cs typeface="Arial"/>
              </a:defRPr>
            </a:lvl5pPr>
            <a:lvl6pPr algn="l">
              <a:defRPr sz="1950" b="0">
                <a:solidFill>
                  <a:srgbClr val="171717"/>
                </a:solidFill>
                <a:latin typeface="Arial"/>
                <a:ea typeface="Arial"/>
                <a:cs typeface="Arial"/>
              </a:defRPr>
            </a:lvl6pPr>
            <a:lvl7pPr algn="l">
              <a:defRPr sz="1950" b="0">
                <a:solidFill>
                  <a:srgbClr val="171717"/>
                </a:solidFill>
                <a:latin typeface="Arial"/>
                <a:ea typeface="Arial"/>
                <a:cs typeface="Arial"/>
              </a:defRPr>
            </a:lvl7pPr>
            <a:lvl8pPr algn="l">
              <a:defRPr sz="1950" b="0">
                <a:solidFill>
                  <a:srgbClr val="171717"/>
                </a:solidFill>
                <a:latin typeface="Arial"/>
                <a:ea typeface="Arial"/>
                <a:cs typeface="Arial"/>
              </a:defRPr>
            </a:lvl8pPr>
            <a:lvl9pPr algn="l">
              <a:defRPr sz="1950" b="0">
                <a:solidFill>
                  <a:srgbClr val="171717"/>
                </a:solidFill>
                <a:latin typeface="Arial"/>
                <a:ea typeface="Arial"/>
                <a:cs typeface="Arial"/>
              </a:defRPr>
            </a:lvl9pPr>
          </a:lstStyle>
          <a:p xmlns:a="http://schemas.openxmlformats.org/drawingml/2006/main">
            <a:pPr algn="l">
              <a:defRPr sz="1950" b="0">
                <a:solidFill>
                  <a:srgbClr val="171717"/>
                </a:solidFill>
              </a:defRPr>
            </a:pPr>
            <a:r>
              <a:rPr sz="1950" b="0">
                <a:solidFill>
                  <a:srgbClr val="171717"/>
                </a:solidFill>
                <a:latin typeface="Arial"/>
                <a:ea typeface="Arial"/>
                <a:cs typeface="Arial"/>
              </a:rPr>
              <a:t>Только CLEAN-версия</a:t>
            </a:r>
          </a:p>
          <a:p xmlns:a="http://schemas.openxmlformats.org/drawingml/2006/main">
            <a:pPr algn="l">
              <a:defRPr sz="1950" b="0">
                <a:solidFill>
                  <a:srgbClr val="171717"/>
                </a:solidFill>
              </a:defRPr>
            </a:pPr>
            <a:r>
              <a:rPr sz="1950" b="0">
                <a:solidFill>
                  <a:srgbClr val="171717"/>
                </a:solidFill>
                <a:latin typeface="Arial"/>
                <a:ea typeface="Arial"/>
                <a:cs typeface="Arial"/>
              </a:rPr>
              <a:t>поступает на распознавание</a:t>
            </a:r>
          </a:p>
        </p:txBody>
      </p:sp>
      <p:sp>
        <p:nvSpPr>
          <p:cNvPr id="9" name="Tesseract и LLM">
            <a:extLst xmlns:a="http://schemas.openxmlformats.org/drawingml/2006/main">
              <a:ext uri="{FF2B5EF4-FFF2-40B4-BE49-F238E27FC236}">
                <a16:creationId xmlns:a16="http://schemas.microsoft.com/office/drawing/2014/main" id="{FBB8CE10-2F29-4254-9132-0325057A753D}"/>
              </a:ext>
            </a:extLst>
          </p:cNvPr>
          <p:cNvSpPr>
            <a:spLocks xmlns:a="http://schemas.openxmlformats.org/drawingml/2006/main" noGrp="1"/>
          </p:cNvSpPr>
          <p:nvPr/>
        </p:nvSpPr>
        <p:spPr>
          <a:xfrm xmlns:a="http://schemas.openxmlformats.org/drawingml/2006/main">
            <a:off x="7848600" y="34480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1">
                <a:solidFill>
                  <a:srgbClr val="F52B22"/>
                </a:solidFill>
                <a:latin typeface="Arial"/>
                <a:ea typeface="Arial"/>
                <a:cs typeface="Arial"/>
              </a:defRPr>
            </a:defPPr>
            <a:lvl1pPr algn="l">
              <a:defRPr sz="2250" b="1">
                <a:solidFill>
                  <a:srgbClr val="F52B22"/>
                </a:solidFill>
                <a:latin typeface="Arial"/>
                <a:ea typeface="Arial"/>
                <a:cs typeface="Arial"/>
              </a:defRPr>
            </a:lvl1pPr>
            <a:lvl2pPr algn="l">
              <a:defRPr sz="2250" b="1">
                <a:solidFill>
                  <a:srgbClr val="F52B22"/>
                </a:solidFill>
                <a:latin typeface="Arial"/>
                <a:ea typeface="Arial"/>
                <a:cs typeface="Arial"/>
              </a:defRPr>
            </a:lvl2pPr>
            <a:lvl3pPr algn="l">
              <a:defRPr sz="2250" b="1">
                <a:solidFill>
                  <a:srgbClr val="F52B22"/>
                </a:solidFill>
                <a:latin typeface="Arial"/>
                <a:ea typeface="Arial"/>
                <a:cs typeface="Arial"/>
              </a:defRPr>
            </a:lvl3pPr>
            <a:lvl4pPr algn="l">
              <a:defRPr sz="2250" b="1">
                <a:solidFill>
                  <a:srgbClr val="F52B22"/>
                </a:solidFill>
                <a:latin typeface="Arial"/>
                <a:ea typeface="Arial"/>
                <a:cs typeface="Arial"/>
              </a:defRPr>
            </a:lvl4pPr>
            <a:lvl5pPr algn="l">
              <a:defRPr sz="2250" b="1">
                <a:solidFill>
                  <a:srgbClr val="F52B22"/>
                </a:solidFill>
                <a:latin typeface="Arial"/>
                <a:ea typeface="Arial"/>
                <a:cs typeface="Arial"/>
              </a:defRPr>
            </a:lvl5pPr>
            <a:lvl6pPr algn="l">
              <a:defRPr sz="2250" b="1">
                <a:solidFill>
                  <a:srgbClr val="F52B22"/>
                </a:solidFill>
                <a:latin typeface="Arial"/>
                <a:ea typeface="Arial"/>
                <a:cs typeface="Arial"/>
              </a:defRPr>
            </a:lvl6pPr>
            <a:lvl7pPr algn="l">
              <a:defRPr sz="2250" b="1">
                <a:solidFill>
                  <a:srgbClr val="F52B22"/>
                </a:solidFill>
                <a:latin typeface="Arial"/>
                <a:ea typeface="Arial"/>
                <a:cs typeface="Arial"/>
              </a:defRPr>
            </a:lvl7pPr>
            <a:lvl8pPr algn="l">
              <a:defRPr sz="2250" b="1">
                <a:solidFill>
                  <a:srgbClr val="F52B22"/>
                </a:solidFill>
                <a:latin typeface="Arial"/>
                <a:ea typeface="Arial"/>
                <a:cs typeface="Arial"/>
              </a:defRPr>
            </a:lvl8pPr>
            <a:lvl9pPr algn="l">
              <a:defRPr sz="2250" b="1">
                <a:solidFill>
                  <a:srgbClr val="F52B22"/>
                </a:solidFill>
                <a:latin typeface="Arial"/>
                <a:ea typeface="Arial"/>
                <a:cs typeface="Arial"/>
              </a:defRPr>
            </a:lvl9pPr>
          </a:lstStyle>
          <a:p xmlns:a="http://schemas.openxmlformats.org/drawingml/2006/main">
            <a:pPr algn="l">
              <a:defRPr sz="2250" b="1">
                <a:solidFill>
                  <a:srgbClr val="F52B22"/>
                </a:solidFill>
              </a:defRPr>
            </a:pPr>
            <a:r>
              <a:rPr sz="2250" b="1">
                <a:solidFill>
                  <a:srgbClr val="F52B22"/>
                </a:solidFill>
                <a:latin typeface="Arial"/>
                <a:ea typeface="Arial"/>
                <a:cs typeface="Arial"/>
              </a:rPr>
              <a:t>Tesseract и LLM</a:t>
            </a:r>
          </a:p>
        </p:txBody>
      </p:sp>
      <p:sp>
        <p:nvSpPr>
          <p:cNvPr id="10" name="Поля с источником">
            <a:extLst xmlns:a="http://schemas.openxmlformats.org/drawingml/2006/main">
              <a:ext uri="{FF2B5EF4-FFF2-40B4-BE49-F238E27FC236}">
                <a16:creationId xmlns:a16="http://schemas.microsoft.com/office/drawing/2014/main" id="{8F89C79F-1619-45C2-9BD4-6CDF128A33E0}"/>
              </a:ext>
            </a:extLst>
          </p:cNvPr>
          <p:cNvSpPr>
            <a:spLocks xmlns:a="http://schemas.openxmlformats.org/drawingml/2006/main" noGrp="1"/>
          </p:cNvSpPr>
          <p:nvPr/>
        </p:nvSpPr>
        <p:spPr>
          <a:xfrm xmlns:a="http://schemas.openxmlformats.org/drawingml/2006/main">
            <a:off x="7848600" y="4019550"/>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950" b="0">
                <a:solidFill>
                  <a:srgbClr val="171717"/>
                </a:solidFill>
                <a:latin typeface="Arial"/>
                <a:ea typeface="Arial"/>
                <a:cs typeface="Arial"/>
              </a:defRPr>
            </a:defPPr>
            <a:lvl1pPr algn="l">
              <a:defRPr sz="1950" b="0">
                <a:solidFill>
                  <a:srgbClr val="171717"/>
                </a:solidFill>
                <a:latin typeface="Arial"/>
                <a:ea typeface="Arial"/>
                <a:cs typeface="Arial"/>
              </a:defRPr>
            </a:lvl1pPr>
            <a:lvl2pPr algn="l">
              <a:defRPr sz="1950" b="0">
                <a:solidFill>
                  <a:srgbClr val="171717"/>
                </a:solidFill>
                <a:latin typeface="Arial"/>
                <a:ea typeface="Arial"/>
                <a:cs typeface="Arial"/>
              </a:defRPr>
            </a:lvl2pPr>
            <a:lvl3pPr algn="l">
              <a:defRPr sz="1950" b="0">
                <a:solidFill>
                  <a:srgbClr val="171717"/>
                </a:solidFill>
                <a:latin typeface="Arial"/>
                <a:ea typeface="Arial"/>
                <a:cs typeface="Arial"/>
              </a:defRPr>
            </a:lvl3pPr>
            <a:lvl4pPr algn="l">
              <a:defRPr sz="1950" b="0">
                <a:solidFill>
                  <a:srgbClr val="171717"/>
                </a:solidFill>
                <a:latin typeface="Arial"/>
                <a:ea typeface="Arial"/>
                <a:cs typeface="Arial"/>
              </a:defRPr>
            </a:lvl4pPr>
            <a:lvl5pPr algn="l">
              <a:defRPr sz="1950" b="0">
                <a:solidFill>
                  <a:srgbClr val="171717"/>
                </a:solidFill>
                <a:latin typeface="Arial"/>
                <a:ea typeface="Arial"/>
                <a:cs typeface="Arial"/>
              </a:defRPr>
            </a:lvl5pPr>
            <a:lvl6pPr algn="l">
              <a:defRPr sz="1950" b="0">
                <a:solidFill>
                  <a:srgbClr val="171717"/>
                </a:solidFill>
                <a:latin typeface="Arial"/>
                <a:ea typeface="Arial"/>
                <a:cs typeface="Arial"/>
              </a:defRPr>
            </a:lvl6pPr>
            <a:lvl7pPr algn="l">
              <a:defRPr sz="1950" b="0">
                <a:solidFill>
                  <a:srgbClr val="171717"/>
                </a:solidFill>
                <a:latin typeface="Arial"/>
                <a:ea typeface="Arial"/>
                <a:cs typeface="Arial"/>
              </a:defRPr>
            </a:lvl7pPr>
            <a:lvl8pPr algn="l">
              <a:defRPr sz="1950" b="0">
                <a:solidFill>
                  <a:srgbClr val="171717"/>
                </a:solidFill>
                <a:latin typeface="Arial"/>
                <a:ea typeface="Arial"/>
                <a:cs typeface="Arial"/>
              </a:defRPr>
            </a:lvl8pPr>
            <a:lvl9pPr algn="l">
              <a:defRPr sz="1950" b="0">
                <a:solidFill>
                  <a:srgbClr val="171717"/>
                </a:solidFill>
                <a:latin typeface="Arial"/>
                <a:ea typeface="Arial"/>
                <a:cs typeface="Arial"/>
              </a:defRPr>
            </a:lvl9pPr>
          </a:lstStyle>
          <a:p xmlns:a="http://schemas.openxmlformats.org/drawingml/2006/main">
            <a:pPr algn="l">
              <a:defRPr sz="1950" b="0">
                <a:solidFill>
                  <a:srgbClr val="171717"/>
                </a:solidFill>
              </a:defRPr>
            </a:pPr>
            <a:r>
              <a:rPr sz="1950" b="0">
                <a:solidFill>
                  <a:srgbClr val="171717"/>
                </a:solidFill>
                <a:latin typeface="Arial"/>
                <a:ea typeface="Arial"/>
                <a:cs typeface="Arial"/>
              </a:rPr>
              <a:t>Поля с источником</a:t>
            </a:r>
          </a:p>
          <a:p xmlns:a="http://schemas.openxmlformats.org/drawingml/2006/main">
            <a:pPr algn="l">
              <a:defRPr sz="1950" b="0">
                <a:solidFill>
                  <a:srgbClr val="171717"/>
                </a:solidFill>
              </a:defRPr>
            </a:pPr>
            <a:r>
              <a:rPr sz="1950" b="0">
                <a:solidFill>
                  <a:srgbClr val="171717"/>
                </a:solidFill>
                <a:latin typeface="Arial"/>
                <a:ea typeface="Arial"/>
                <a:cs typeface="Arial"/>
              </a:rPr>
              <a:t>и проверкой JSON Schema</a:t>
            </a:r>
          </a:p>
        </p:txBody>
      </p:sp>
      <p:sp>
        <p:nvSpPr>
          <p:cNvPr id="11" name="Пользователь сверяет найденное и подтверждает восемь показателей">
            <a:extLst xmlns:a="http://schemas.openxmlformats.org/drawingml/2006/main">
              <a:ext uri="{FF2B5EF4-FFF2-40B4-BE49-F238E27FC236}">
                <a16:creationId xmlns:a16="http://schemas.microsoft.com/office/drawing/2014/main" id="{5956785B-363A-4619-8654-22378FE50CC3}"/>
              </a:ext>
            </a:extLst>
          </p:cNvPr>
          <p:cNvSpPr>
            <a:spLocks xmlns:a="http://schemas.openxmlformats.org/drawingml/2006/main" noGrp="1"/>
          </p:cNvSpPr>
          <p:nvPr/>
        </p:nvSpPr>
        <p:spPr>
          <a:xfrm xmlns:a="http://schemas.openxmlformats.org/drawingml/2006/main">
            <a:off x="609600" y="5657850"/>
            <a:ext cx="10915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100" b="1">
                <a:solidFill>
                  <a:srgbClr val="F52B22"/>
                </a:solidFill>
                <a:latin typeface="Arial"/>
                <a:ea typeface="Arial"/>
                <a:cs typeface="Arial"/>
              </a:defRPr>
            </a:defPPr>
            <a:lvl1pPr algn="l">
              <a:defRPr sz="2100" b="1">
                <a:solidFill>
                  <a:srgbClr val="F52B22"/>
                </a:solidFill>
                <a:latin typeface="Arial"/>
                <a:ea typeface="Arial"/>
                <a:cs typeface="Arial"/>
              </a:defRPr>
            </a:lvl1pPr>
            <a:lvl2pPr algn="l">
              <a:defRPr sz="2100" b="1">
                <a:solidFill>
                  <a:srgbClr val="F52B22"/>
                </a:solidFill>
                <a:latin typeface="Arial"/>
                <a:ea typeface="Arial"/>
                <a:cs typeface="Arial"/>
              </a:defRPr>
            </a:lvl2pPr>
            <a:lvl3pPr algn="l">
              <a:defRPr sz="2100" b="1">
                <a:solidFill>
                  <a:srgbClr val="F52B22"/>
                </a:solidFill>
                <a:latin typeface="Arial"/>
                <a:ea typeface="Arial"/>
                <a:cs typeface="Arial"/>
              </a:defRPr>
            </a:lvl3pPr>
            <a:lvl4pPr algn="l">
              <a:defRPr sz="2100" b="1">
                <a:solidFill>
                  <a:srgbClr val="F52B22"/>
                </a:solidFill>
                <a:latin typeface="Arial"/>
                <a:ea typeface="Arial"/>
                <a:cs typeface="Arial"/>
              </a:defRPr>
            </a:lvl4pPr>
            <a:lvl5pPr algn="l">
              <a:defRPr sz="2100" b="1">
                <a:solidFill>
                  <a:srgbClr val="F52B22"/>
                </a:solidFill>
                <a:latin typeface="Arial"/>
                <a:ea typeface="Arial"/>
                <a:cs typeface="Arial"/>
              </a:defRPr>
            </a:lvl5pPr>
            <a:lvl6pPr algn="l">
              <a:defRPr sz="2100" b="1">
                <a:solidFill>
                  <a:srgbClr val="F52B22"/>
                </a:solidFill>
                <a:latin typeface="Arial"/>
                <a:ea typeface="Arial"/>
                <a:cs typeface="Arial"/>
              </a:defRPr>
            </a:lvl6pPr>
            <a:lvl7pPr algn="l">
              <a:defRPr sz="2100" b="1">
                <a:solidFill>
                  <a:srgbClr val="F52B22"/>
                </a:solidFill>
                <a:latin typeface="Arial"/>
                <a:ea typeface="Arial"/>
                <a:cs typeface="Arial"/>
              </a:defRPr>
            </a:lvl7pPr>
            <a:lvl8pPr algn="l">
              <a:defRPr sz="2100" b="1">
                <a:solidFill>
                  <a:srgbClr val="F52B22"/>
                </a:solidFill>
                <a:latin typeface="Arial"/>
                <a:ea typeface="Arial"/>
                <a:cs typeface="Arial"/>
              </a:defRPr>
            </a:lvl8pPr>
            <a:lvl9pPr algn="l">
              <a:defRPr sz="2100" b="1">
                <a:solidFill>
                  <a:srgbClr val="F52B22"/>
                </a:solidFill>
                <a:latin typeface="Arial"/>
                <a:ea typeface="Arial"/>
                <a:cs typeface="Arial"/>
              </a:defRPr>
            </a:lvl9pPr>
          </a:lstStyle>
          <a:p xmlns:a="http://schemas.openxmlformats.org/drawingml/2006/main">
            <a:pPr algn="l">
              <a:defRPr sz="2100" b="1">
                <a:solidFill>
                  <a:srgbClr val="F52B22"/>
                </a:solidFill>
              </a:defRPr>
            </a:pPr>
            <a:r>
              <a:rPr sz="2100" b="1">
                <a:solidFill>
                  <a:srgbClr val="F52B22"/>
                </a:solidFill>
                <a:latin typeface="Arial"/>
                <a:ea typeface="Arial"/>
                <a:cs typeface="Arial"/>
              </a:rPr>
              <a:t>Пользователь сверяет найденное и подтверждает восемь показателей</a:t>
            </a:r>
          </a:p>
        </p:txBody>
      </p:sp>
    </p:spTree>
    <p:extLst>
      <p:ext uri="{BB962C8B-B14F-4D97-AF65-F5344CB8AC3E}">
        <p14:creationId xmlns:p14="http://schemas.microsoft.com/office/powerpoint/2010/main" val="1812991977"/>
      </p:ext>
    </p:extLst>
  </p:cSld>
</p:sld>
</file>

<file path=ppt/slides/slide9.xml><?xml version="1.0" encoding="utf-8"?>
<p:sld xmlns:p="http://schemas.openxmlformats.org/presentationml/2006/main">
  <p:cSld>
    <p:bg>
      <p:bgPr>
        <a:solidFill xmlns:a="http://schemas.openxmlformats.org/drawingml/2006/main">
          <a:srgbClr val="171717"/>
        </a:solidFill>
      </p:bgPr>
    </p:bg>
    <p:spTree>
      <p:nvGrpSpPr>
        <p:cNvPr id="1" name=""/>
        <p:cNvGrpSpPr/>
        <p:nvPr/>
      </p:nvGrpSpPr>
      <p:grpSpPr>
        <a:xfrm xmlns:a="http://schemas.openxmlformats.org/drawingml/2006/main"/>
      </p:grpSpPr>
      <p:sp>
        <p:nvSpPr>
          <p:cNvPr id="2" name="АЛЬФА ХАК 2026">
            <a:extLst xmlns:a="http://schemas.openxmlformats.org/drawingml/2006/main">
              <a:ext uri="{FF2B5EF4-FFF2-40B4-BE49-F238E27FC236}">
                <a16:creationId xmlns:a16="http://schemas.microsoft.com/office/drawing/2014/main" id="{8FBFC963-45B8-423E-ABA4-E6F6AE2D1CD1}"/>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FFFFF"/>
                </a:solidFill>
                <a:latin typeface="Arial"/>
                <a:ea typeface="Arial"/>
                <a:cs typeface="Arial"/>
              </a:defRPr>
            </a:defPPr>
            <a:lvl1pPr algn="l">
              <a:defRPr sz="975" b="1">
                <a:solidFill>
                  <a:srgbClr val="FFFFFF"/>
                </a:solidFill>
                <a:latin typeface="Arial"/>
                <a:ea typeface="Arial"/>
                <a:cs typeface="Arial"/>
              </a:defRPr>
            </a:lvl1pPr>
            <a:lvl2pPr algn="l">
              <a:defRPr sz="975" b="1">
                <a:solidFill>
                  <a:srgbClr val="FFFFFF"/>
                </a:solidFill>
                <a:latin typeface="Arial"/>
                <a:ea typeface="Arial"/>
                <a:cs typeface="Arial"/>
              </a:defRPr>
            </a:lvl2pPr>
            <a:lvl3pPr algn="l">
              <a:defRPr sz="975" b="1">
                <a:solidFill>
                  <a:srgbClr val="FFFFFF"/>
                </a:solidFill>
                <a:latin typeface="Arial"/>
                <a:ea typeface="Arial"/>
                <a:cs typeface="Arial"/>
              </a:defRPr>
            </a:lvl3pPr>
            <a:lvl4pPr algn="l">
              <a:defRPr sz="975" b="1">
                <a:solidFill>
                  <a:srgbClr val="FFFFFF"/>
                </a:solidFill>
                <a:latin typeface="Arial"/>
                <a:ea typeface="Arial"/>
                <a:cs typeface="Arial"/>
              </a:defRPr>
            </a:lvl4pPr>
            <a:lvl5pPr algn="l">
              <a:defRPr sz="975" b="1">
                <a:solidFill>
                  <a:srgbClr val="FFFFFF"/>
                </a:solidFill>
                <a:latin typeface="Arial"/>
                <a:ea typeface="Arial"/>
                <a:cs typeface="Arial"/>
              </a:defRPr>
            </a:lvl5pPr>
            <a:lvl6pPr algn="l">
              <a:defRPr sz="975" b="1">
                <a:solidFill>
                  <a:srgbClr val="FFFFFF"/>
                </a:solidFill>
                <a:latin typeface="Arial"/>
                <a:ea typeface="Arial"/>
                <a:cs typeface="Arial"/>
              </a:defRPr>
            </a:lvl6pPr>
            <a:lvl7pPr algn="l">
              <a:defRPr sz="975" b="1">
                <a:solidFill>
                  <a:srgbClr val="FFFFFF"/>
                </a:solidFill>
                <a:latin typeface="Arial"/>
                <a:ea typeface="Arial"/>
                <a:cs typeface="Arial"/>
              </a:defRPr>
            </a:lvl7pPr>
            <a:lvl8pPr algn="l">
              <a:defRPr sz="975" b="1">
                <a:solidFill>
                  <a:srgbClr val="FFFFFF"/>
                </a:solidFill>
                <a:latin typeface="Arial"/>
                <a:ea typeface="Arial"/>
                <a:cs typeface="Arial"/>
              </a:defRPr>
            </a:lvl8pPr>
            <a:lvl9pPr algn="l">
              <a:defRPr sz="975" b="1">
                <a:solidFill>
                  <a:srgbClr val="FFFFFF"/>
                </a:solidFill>
                <a:latin typeface="Arial"/>
                <a:ea typeface="Arial"/>
                <a:cs typeface="Arial"/>
              </a:defRPr>
            </a:lvl9pPr>
          </a:lstStyle>
          <a:p xmlns:a="http://schemas.openxmlformats.org/drawingml/2006/main">
            <a:pPr algn="l">
              <a:defRPr sz="975" b="1">
                <a:solidFill>
                  <a:srgbClr val="FFFFFF"/>
                </a:solidFill>
              </a:defRPr>
            </a:pPr>
            <a:r>
              <a:rPr sz="975" b="1">
                <a:solidFill>
                  <a:srgbClr val="FFFFFF"/>
                </a:solidFill>
                <a:latin typeface="Arial"/>
                <a:ea typeface="Arial"/>
                <a:cs typeface="Arial"/>
              </a:rPr>
              <a:t>АЛЬФА ХАК 2026</a:t>
            </a:r>
          </a:p>
        </p:txBody>
      </p:sp>
      <p:sp>
        <p:nvSpPr>
          <p:cNvPr id="3" name="Персональная лента и помощник">
            <a:extLst xmlns:a="http://schemas.openxmlformats.org/drawingml/2006/main">
              <a:ext uri="{FF2B5EF4-FFF2-40B4-BE49-F238E27FC236}">
                <a16:creationId xmlns:a16="http://schemas.microsoft.com/office/drawing/2014/main" id="{1D32414F-92C1-4F72-9DC1-307B11336C9A}"/>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FFFFFF"/>
                </a:solidFill>
                <a:latin typeface="Arial"/>
                <a:ea typeface="Arial"/>
                <a:cs typeface="Arial"/>
              </a:defRPr>
            </a:defPPr>
            <a:lvl1pPr algn="l">
              <a:defRPr sz="3675" b="1">
                <a:solidFill>
                  <a:srgbClr val="FFFFFF"/>
                </a:solidFill>
                <a:latin typeface="Arial"/>
                <a:ea typeface="Arial"/>
                <a:cs typeface="Arial"/>
              </a:defRPr>
            </a:lvl1pPr>
            <a:lvl2pPr algn="l">
              <a:defRPr sz="3675" b="1">
                <a:solidFill>
                  <a:srgbClr val="FFFFFF"/>
                </a:solidFill>
                <a:latin typeface="Arial"/>
                <a:ea typeface="Arial"/>
                <a:cs typeface="Arial"/>
              </a:defRPr>
            </a:lvl2pPr>
            <a:lvl3pPr algn="l">
              <a:defRPr sz="3675" b="1">
                <a:solidFill>
                  <a:srgbClr val="FFFFFF"/>
                </a:solidFill>
                <a:latin typeface="Arial"/>
                <a:ea typeface="Arial"/>
                <a:cs typeface="Arial"/>
              </a:defRPr>
            </a:lvl3pPr>
            <a:lvl4pPr algn="l">
              <a:defRPr sz="3675" b="1">
                <a:solidFill>
                  <a:srgbClr val="FFFFFF"/>
                </a:solidFill>
                <a:latin typeface="Arial"/>
                <a:ea typeface="Arial"/>
                <a:cs typeface="Arial"/>
              </a:defRPr>
            </a:lvl4pPr>
            <a:lvl5pPr algn="l">
              <a:defRPr sz="3675" b="1">
                <a:solidFill>
                  <a:srgbClr val="FFFFFF"/>
                </a:solidFill>
                <a:latin typeface="Arial"/>
                <a:ea typeface="Arial"/>
                <a:cs typeface="Arial"/>
              </a:defRPr>
            </a:lvl5pPr>
            <a:lvl6pPr algn="l">
              <a:defRPr sz="3675" b="1">
                <a:solidFill>
                  <a:srgbClr val="FFFFFF"/>
                </a:solidFill>
                <a:latin typeface="Arial"/>
                <a:ea typeface="Arial"/>
                <a:cs typeface="Arial"/>
              </a:defRPr>
            </a:lvl6pPr>
            <a:lvl7pPr algn="l">
              <a:defRPr sz="3675" b="1">
                <a:solidFill>
                  <a:srgbClr val="FFFFFF"/>
                </a:solidFill>
                <a:latin typeface="Arial"/>
                <a:ea typeface="Arial"/>
                <a:cs typeface="Arial"/>
              </a:defRPr>
            </a:lvl7pPr>
            <a:lvl8pPr algn="l">
              <a:defRPr sz="3675" b="1">
                <a:solidFill>
                  <a:srgbClr val="FFFFFF"/>
                </a:solidFill>
                <a:latin typeface="Arial"/>
                <a:ea typeface="Arial"/>
                <a:cs typeface="Arial"/>
              </a:defRPr>
            </a:lvl8pPr>
            <a:lvl9pPr algn="l">
              <a:defRPr sz="3675" b="1">
                <a:solidFill>
                  <a:srgbClr val="FFFFFF"/>
                </a:solidFill>
                <a:latin typeface="Arial"/>
                <a:ea typeface="Arial"/>
                <a:cs typeface="Arial"/>
              </a:defRPr>
            </a:lvl9pPr>
          </a:lstStyle>
          <a:p xmlns:a="http://schemas.openxmlformats.org/drawingml/2006/main">
            <a:pPr algn="l">
              <a:defRPr sz="3675" b="1">
                <a:solidFill>
                  <a:srgbClr val="FFFFFF"/>
                </a:solidFill>
              </a:defRPr>
            </a:pPr>
            <a:r>
              <a:rPr sz="3675" b="1">
                <a:solidFill>
                  <a:srgbClr val="FFFFFF"/>
                </a:solidFill>
                <a:latin typeface="Arial"/>
                <a:ea typeface="Arial"/>
                <a:cs typeface="Arial"/>
              </a:rPr>
              <a:t>Персональная лента и помощник</a:t>
            </a:r>
          </a:p>
        </p:txBody>
      </p:sp>
      <p:sp>
        <p:nvSpPr>
          <p:cNvPr id="4" name="Поток / Gambit_Yvaga">
            <a:extLst xmlns:a="http://schemas.openxmlformats.org/drawingml/2006/main">
              <a:ext uri="{FF2B5EF4-FFF2-40B4-BE49-F238E27FC236}">
                <a16:creationId xmlns:a16="http://schemas.microsoft.com/office/drawing/2014/main" id="{42182E86-AAE7-486A-83FD-2211BE443AB8}"/>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FFFFFF"/>
                </a:solidFill>
                <a:latin typeface="Arial"/>
                <a:ea typeface="Arial"/>
                <a:cs typeface="Arial"/>
              </a:defRPr>
            </a:defPPr>
            <a:lvl1pPr algn="l">
              <a:defRPr sz="1125" b="0">
                <a:solidFill>
                  <a:srgbClr val="FFFFFF"/>
                </a:solidFill>
                <a:latin typeface="Arial"/>
                <a:ea typeface="Arial"/>
                <a:cs typeface="Arial"/>
              </a:defRPr>
            </a:lvl1pPr>
            <a:lvl2pPr algn="l">
              <a:defRPr sz="1125" b="0">
                <a:solidFill>
                  <a:srgbClr val="FFFFFF"/>
                </a:solidFill>
                <a:latin typeface="Arial"/>
                <a:ea typeface="Arial"/>
                <a:cs typeface="Arial"/>
              </a:defRPr>
            </a:lvl2pPr>
            <a:lvl3pPr algn="l">
              <a:defRPr sz="1125" b="0">
                <a:solidFill>
                  <a:srgbClr val="FFFFFF"/>
                </a:solidFill>
                <a:latin typeface="Arial"/>
                <a:ea typeface="Arial"/>
                <a:cs typeface="Arial"/>
              </a:defRPr>
            </a:lvl3pPr>
            <a:lvl4pPr algn="l">
              <a:defRPr sz="1125" b="0">
                <a:solidFill>
                  <a:srgbClr val="FFFFFF"/>
                </a:solidFill>
                <a:latin typeface="Arial"/>
                <a:ea typeface="Arial"/>
                <a:cs typeface="Arial"/>
              </a:defRPr>
            </a:lvl4pPr>
            <a:lvl5pPr algn="l">
              <a:defRPr sz="1125" b="0">
                <a:solidFill>
                  <a:srgbClr val="FFFFFF"/>
                </a:solidFill>
                <a:latin typeface="Arial"/>
                <a:ea typeface="Arial"/>
                <a:cs typeface="Arial"/>
              </a:defRPr>
            </a:lvl5pPr>
            <a:lvl6pPr algn="l">
              <a:defRPr sz="1125" b="0">
                <a:solidFill>
                  <a:srgbClr val="FFFFFF"/>
                </a:solidFill>
                <a:latin typeface="Arial"/>
                <a:ea typeface="Arial"/>
                <a:cs typeface="Arial"/>
              </a:defRPr>
            </a:lvl6pPr>
            <a:lvl7pPr algn="l">
              <a:defRPr sz="1125" b="0">
                <a:solidFill>
                  <a:srgbClr val="FFFFFF"/>
                </a:solidFill>
                <a:latin typeface="Arial"/>
                <a:ea typeface="Arial"/>
                <a:cs typeface="Arial"/>
              </a:defRPr>
            </a:lvl7pPr>
            <a:lvl8pPr algn="l">
              <a:defRPr sz="1125" b="0">
                <a:solidFill>
                  <a:srgbClr val="FFFFFF"/>
                </a:solidFill>
                <a:latin typeface="Arial"/>
                <a:ea typeface="Arial"/>
                <a:cs typeface="Arial"/>
              </a:defRPr>
            </a:lvl8pPr>
            <a:lvl9pPr algn="l">
              <a:defRPr sz="1125" b="0">
                <a:solidFill>
                  <a:srgbClr val="FFFFFF"/>
                </a:solidFill>
                <a:latin typeface="Arial"/>
                <a:ea typeface="Arial"/>
                <a:cs typeface="Arial"/>
              </a:defRPr>
            </a:lvl9pPr>
          </a:lstStyle>
          <a:p xmlns:a="http://schemas.openxmlformats.org/drawingml/2006/main">
            <a:pPr algn="l">
              <a:defRPr sz="1125" b="0">
                <a:solidFill>
                  <a:srgbClr val="FFFFFF"/>
                </a:solidFill>
              </a:defRPr>
            </a:pPr>
            <a:r>
              <a:rPr sz="1125" b="0">
                <a:solidFill>
                  <a:srgbClr val="FFFFFF"/>
                </a:solidFill>
                <a:latin typeface="Arial"/>
                <a:ea typeface="Arial"/>
                <a:cs typeface="Arial"/>
              </a:rPr>
              <a:t>Поток / Gambit_Yvaga</a:t>
            </a:r>
          </a:p>
        </p:txBody>
      </p:sp>
      <p:sp>
        <p:nvSpPr>
          <p:cNvPr id="5" name="09">
            <a:extLst xmlns:a="http://schemas.openxmlformats.org/drawingml/2006/main">
              <a:ext uri="{FF2B5EF4-FFF2-40B4-BE49-F238E27FC236}">
                <a16:creationId xmlns:a16="http://schemas.microsoft.com/office/drawing/2014/main" id="{7FCD2613-ECA6-46B6-AB33-8538ACB19C4B}"/>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FFFFFF"/>
                </a:solidFill>
                <a:latin typeface="Arial"/>
                <a:ea typeface="Arial"/>
                <a:cs typeface="Arial"/>
              </a:defRPr>
            </a:defPPr>
            <a:lvl1pPr algn="r">
              <a:defRPr sz="1125" b="0">
                <a:solidFill>
                  <a:srgbClr val="FFFFFF"/>
                </a:solidFill>
                <a:latin typeface="Arial"/>
                <a:ea typeface="Arial"/>
                <a:cs typeface="Arial"/>
              </a:defRPr>
            </a:lvl1pPr>
            <a:lvl2pPr algn="r">
              <a:defRPr sz="1125" b="0">
                <a:solidFill>
                  <a:srgbClr val="FFFFFF"/>
                </a:solidFill>
                <a:latin typeface="Arial"/>
                <a:ea typeface="Arial"/>
                <a:cs typeface="Arial"/>
              </a:defRPr>
            </a:lvl2pPr>
            <a:lvl3pPr algn="r">
              <a:defRPr sz="1125" b="0">
                <a:solidFill>
                  <a:srgbClr val="FFFFFF"/>
                </a:solidFill>
                <a:latin typeface="Arial"/>
                <a:ea typeface="Arial"/>
                <a:cs typeface="Arial"/>
              </a:defRPr>
            </a:lvl3pPr>
            <a:lvl4pPr algn="r">
              <a:defRPr sz="1125" b="0">
                <a:solidFill>
                  <a:srgbClr val="FFFFFF"/>
                </a:solidFill>
                <a:latin typeface="Arial"/>
                <a:ea typeface="Arial"/>
                <a:cs typeface="Arial"/>
              </a:defRPr>
            </a:lvl4pPr>
            <a:lvl5pPr algn="r">
              <a:defRPr sz="1125" b="0">
                <a:solidFill>
                  <a:srgbClr val="FFFFFF"/>
                </a:solidFill>
                <a:latin typeface="Arial"/>
                <a:ea typeface="Arial"/>
                <a:cs typeface="Arial"/>
              </a:defRPr>
            </a:lvl5pPr>
            <a:lvl6pPr algn="r">
              <a:defRPr sz="1125" b="0">
                <a:solidFill>
                  <a:srgbClr val="FFFFFF"/>
                </a:solidFill>
                <a:latin typeface="Arial"/>
                <a:ea typeface="Arial"/>
                <a:cs typeface="Arial"/>
              </a:defRPr>
            </a:lvl6pPr>
            <a:lvl7pPr algn="r">
              <a:defRPr sz="1125" b="0">
                <a:solidFill>
                  <a:srgbClr val="FFFFFF"/>
                </a:solidFill>
                <a:latin typeface="Arial"/>
                <a:ea typeface="Arial"/>
                <a:cs typeface="Arial"/>
              </a:defRPr>
            </a:lvl7pPr>
            <a:lvl8pPr algn="r">
              <a:defRPr sz="1125" b="0">
                <a:solidFill>
                  <a:srgbClr val="FFFFFF"/>
                </a:solidFill>
                <a:latin typeface="Arial"/>
                <a:ea typeface="Arial"/>
                <a:cs typeface="Arial"/>
              </a:defRPr>
            </a:lvl8pPr>
            <a:lvl9pPr algn="r">
              <a:defRPr sz="1125" b="0">
                <a:solidFill>
                  <a:srgbClr val="FFFFFF"/>
                </a:solidFill>
                <a:latin typeface="Arial"/>
                <a:ea typeface="Arial"/>
                <a:cs typeface="Arial"/>
              </a:defRPr>
            </a:lvl9pPr>
          </a:lstStyle>
          <a:p xmlns:a="http://schemas.openxmlformats.org/drawingml/2006/main">
            <a:pPr algn="r">
              <a:defRPr sz="1125" b="0">
                <a:solidFill>
                  <a:srgbClr val="FFFFFF"/>
                </a:solidFill>
              </a:defRPr>
            </a:pPr>
            <a:r>
              <a:rPr sz="1125" b="0">
                <a:solidFill>
                  <a:srgbClr val="FFFFFF"/>
                </a:solidFill>
                <a:latin typeface="Arial"/>
                <a:ea typeface="Arial"/>
                <a:cs typeface="Arial"/>
              </a:rPr>
              <a:t>09</a:t>
            </a:r>
          </a:p>
        </p:txBody>
      </p:sp>
      <p:sp>
        <p:nvSpPr>
          <p:cNvPr id="6" name="Лента E5">
            <a:extLst xmlns:a="http://schemas.openxmlformats.org/drawingml/2006/main">
              <a:ext uri="{FF2B5EF4-FFF2-40B4-BE49-F238E27FC236}">
                <a16:creationId xmlns:a16="http://schemas.microsoft.com/office/drawing/2014/main" id="{2D625B31-7573-4417-8350-D3D73C65211B}"/>
              </a:ext>
            </a:extLst>
          </p:cNvPr>
          <p:cNvSpPr>
            <a:spLocks xmlns:a="http://schemas.openxmlformats.org/drawingml/2006/main" noGrp="1"/>
          </p:cNvSpPr>
          <p:nvPr/>
        </p:nvSpPr>
        <p:spPr>
          <a:xfrm xmlns:a="http://schemas.openxmlformats.org/drawingml/2006/main">
            <a:off x="609600" y="1752600"/>
            <a:ext cx="4762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550" b="1">
                <a:solidFill>
                  <a:srgbClr val="F52B22"/>
                </a:solidFill>
                <a:latin typeface="Arial"/>
                <a:ea typeface="Arial"/>
                <a:cs typeface="Arial"/>
              </a:defRPr>
            </a:defPPr>
            <a:lvl1pPr algn="l">
              <a:defRPr sz="2550" b="1">
                <a:solidFill>
                  <a:srgbClr val="F52B22"/>
                </a:solidFill>
                <a:latin typeface="Arial"/>
                <a:ea typeface="Arial"/>
                <a:cs typeface="Arial"/>
              </a:defRPr>
            </a:lvl1pPr>
            <a:lvl2pPr algn="l">
              <a:defRPr sz="2550" b="1">
                <a:solidFill>
                  <a:srgbClr val="F52B22"/>
                </a:solidFill>
                <a:latin typeface="Arial"/>
                <a:ea typeface="Arial"/>
                <a:cs typeface="Arial"/>
              </a:defRPr>
            </a:lvl2pPr>
            <a:lvl3pPr algn="l">
              <a:defRPr sz="2550" b="1">
                <a:solidFill>
                  <a:srgbClr val="F52B22"/>
                </a:solidFill>
                <a:latin typeface="Arial"/>
                <a:ea typeface="Arial"/>
                <a:cs typeface="Arial"/>
              </a:defRPr>
            </a:lvl3pPr>
            <a:lvl4pPr algn="l">
              <a:defRPr sz="2550" b="1">
                <a:solidFill>
                  <a:srgbClr val="F52B22"/>
                </a:solidFill>
                <a:latin typeface="Arial"/>
                <a:ea typeface="Arial"/>
                <a:cs typeface="Arial"/>
              </a:defRPr>
            </a:lvl4pPr>
            <a:lvl5pPr algn="l">
              <a:defRPr sz="2550" b="1">
                <a:solidFill>
                  <a:srgbClr val="F52B22"/>
                </a:solidFill>
                <a:latin typeface="Arial"/>
                <a:ea typeface="Arial"/>
                <a:cs typeface="Arial"/>
              </a:defRPr>
            </a:lvl5pPr>
            <a:lvl6pPr algn="l">
              <a:defRPr sz="2550" b="1">
                <a:solidFill>
                  <a:srgbClr val="F52B22"/>
                </a:solidFill>
                <a:latin typeface="Arial"/>
                <a:ea typeface="Arial"/>
                <a:cs typeface="Arial"/>
              </a:defRPr>
            </a:lvl6pPr>
            <a:lvl7pPr algn="l">
              <a:defRPr sz="2550" b="1">
                <a:solidFill>
                  <a:srgbClr val="F52B22"/>
                </a:solidFill>
                <a:latin typeface="Arial"/>
                <a:ea typeface="Arial"/>
                <a:cs typeface="Arial"/>
              </a:defRPr>
            </a:lvl7pPr>
            <a:lvl8pPr algn="l">
              <a:defRPr sz="2550" b="1">
                <a:solidFill>
                  <a:srgbClr val="F52B22"/>
                </a:solidFill>
                <a:latin typeface="Arial"/>
                <a:ea typeface="Arial"/>
                <a:cs typeface="Arial"/>
              </a:defRPr>
            </a:lvl8pPr>
            <a:lvl9pPr algn="l">
              <a:defRPr sz="2550" b="1">
                <a:solidFill>
                  <a:srgbClr val="F52B22"/>
                </a:solidFill>
                <a:latin typeface="Arial"/>
                <a:ea typeface="Arial"/>
                <a:cs typeface="Arial"/>
              </a:defRPr>
            </a:lvl9pPr>
          </a:lstStyle>
          <a:p xmlns:a="http://schemas.openxmlformats.org/drawingml/2006/main">
            <a:pPr algn="l">
              <a:defRPr sz="2550" b="1">
                <a:solidFill>
                  <a:srgbClr val="F52B22"/>
                </a:solidFill>
              </a:defRPr>
            </a:pPr>
            <a:r>
              <a:rPr sz="2550" b="1">
                <a:solidFill>
                  <a:srgbClr val="F52B22"/>
                </a:solidFill>
                <a:latin typeface="Arial"/>
                <a:ea typeface="Arial"/>
                <a:cs typeface="Arial"/>
              </a:rPr>
              <a:t>Лента E5</a:t>
            </a:r>
          </a:p>
        </p:txBody>
      </p:sp>
      <p:sp>
        <p:nvSpPr>
          <p:cNvPr id="7" name="Интересы и контекст компании">
            <a:extLst xmlns:a="http://schemas.openxmlformats.org/drawingml/2006/main">
              <a:ext uri="{FF2B5EF4-FFF2-40B4-BE49-F238E27FC236}">
                <a16:creationId xmlns:a16="http://schemas.microsoft.com/office/drawing/2014/main" id="{65C8A4BF-F54D-45E8-89B2-92A06593A310}"/>
              </a:ext>
            </a:extLst>
          </p:cNvPr>
          <p:cNvSpPr>
            <a:spLocks xmlns:a="http://schemas.openxmlformats.org/drawingml/2006/main" noGrp="1"/>
          </p:cNvSpPr>
          <p:nvPr/>
        </p:nvSpPr>
        <p:spPr>
          <a:xfrm xmlns:a="http://schemas.openxmlformats.org/drawingml/2006/main">
            <a:off x="609600" y="2533650"/>
            <a:ext cx="50006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175" b="0">
                <a:solidFill>
                  <a:srgbClr val="FFFFFF"/>
                </a:solidFill>
                <a:latin typeface="Arial"/>
                <a:ea typeface="Arial"/>
                <a:cs typeface="Arial"/>
              </a:defRPr>
            </a:defPPr>
            <a:lvl1pPr algn="l">
              <a:defRPr sz="2175" b="0">
                <a:solidFill>
                  <a:srgbClr val="FFFFFF"/>
                </a:solidFill>
                <a:latin typeface="Arial"/>
                <a:ea typeface="Arial"/>
                <a:cs typeface="Arial"/>
              </a:defRPr>
            </a:lvl1pPr>
            <a:lvl2pPr algn="l">
              <a:defRPr sz="2175" b="0">
                <a:solidFill>
                  <a:srgbClr val="FFFFFF"/>
                </a:solidFill>
                <a:latin typeface="Arial"/>
                <a:ea typeface="Arial"/>
                <a:cs typeface="Arial"/>
              </a:defRPr>
            </a:lvl2pPr>
            <a:lvl3pPr algn="l">
              <a:defRPr sz="2175" b="0">
                <a:solidFill>
                  <a:srgbClr val="FFFFFF"/>
                </a:solidFill>
                <a:latin typeface="Arial"/>
                <a:ea typeface="Arial"/>
                <a:cs typeface="Arial"/>
              </a:defRPr>
            </a:lvl3pPr>
            <a:lvl4pPr algn="l">
              <a:defRPr sz="2175" b="0">
                <a:solidFill>
                  <a:srgbClr val="FFFFFF"/>
                </a:solidFill>
                <a:latin typeface="Arial"/>
                <a:ea typeface="Arial"/>
                <a:cs typeface="Arial"/>
              </a:defRPr>
            </a:lvl4pPr>
            <a:lvl5pPr algn="l">
              <a:defRPr sz="2175" b="0">
                <a:solidFill>
                  <a:srgbClr val="FFFFFF"/>
                </a:solidFill>
                <a:latin typeface="Arial"/>
                <a:ea typeface="Arial"/>
                <a:cs typeface="Arial"/>
              </a:defRPr>
            </a:lvl5pPr>
            <a:lvl6pPr algn="l">
              <a:defRPr sz="2175" b="0">
                <a:solidFill>
                  <a:srgbClr val="FFFFFF"/>
                </a:solidFill>
                <a:latin typeface="Arial"/>
                <a:ea typeface="Arial"/>
                <a:cs typeface="Arial"/>
              </a:defRPr>
            </a:lvl6pPr>
            <a:lvl7pPr algn="l">
              <a:defRPr sz="2175" b="0">
                <a:solidFill>
                  <a:srgbClr val="FFFFFF"/>
                </a:solidFill>
                <a:latin typeface="Arial"/>
                <a:ea typeface="Arial"/>
                <a:cs typeface="Arial"/>
              </a:defRPr>
            </a:lvl7pPr>
            <a:lvl8pPr algn="l">
              <a:defRPr sz="2175" b="0">
                <a:solidFill>
                  <a:srgbClr val="FFFFFF"/>
                </a:solidFill>
                <a:latin typeface="Arial"/>
                <a:ea typeface="Arial"/>
                <a:cs typeface="Arial"/>
              </a:defRPr>
            </a:lvl8pPr>
            <a:lvl9pPr algn="l">
              <a:defRPr sz="2175" b="0">
                <a:solidFill>
                  <a:srgbClr val="FFFFFF"/>
                </a:solidFill>
                <a:latin typeface="Arial"/>
                <a:ea typeface="Arial"/>
                <a:cs typeface="Arial"/>
              </a:defRPr>
            </a:lvl9pPr>
          </a:lstStyle>
          <a:p xmlns:a="http://schemas.openxmlformats.org/drawingml/2006/main">
            <a:pPr algn="l">
              <a:defRPr sz="2175" b="0">
                <a:solidFill>
                  <a:srgbClr val="FFFFFF"/>
                </a:solidFill>
              </a:defRPr>
            </a:pPr>
            <a:r>
              <a:rPr sz="2175" b="0">
                <a:solidFill>
                  <a:srgbClr val="FFFFFF"/>
                </a:solidFill>
                <a:latin typeface="Arial"/>
                <a:ea typeface="Arial"/>
                <a:cs typeface="Arial"/>
              </a:rPr>
              <a:t>Интересы и контекст компании</a:t>
            </a:r>
          </a:p>
          <a:p xmlns:a="http://schemas.openxmlformats.org/drawingml/2006/main">
            <a:pPr algn="l">
              <a:defRPr sz="2175" b="0">
                <a:solidFill>
                  <a:srgbClr val="FFFFFF"/>
                </a:solidFill>
              </a:defRPr>
            </a:pPr>
            <a:r>
              <a:rPr sz="2175" b="0">
                <a:solidFill>
                  <a:srgbClr val="FFFFFF"/>
                </a:solidFill>
                <a:latin typeface="Arial"/>
                <a:ea typeface="Arial"/>
                <a:cs typeface="Arial"/>
              </a:rPr>
              <a:t>Открытие статей и сохранение</a:t>
            </a:r>
          </a:p>
          <a:p xmlns:a="http://schemas.openxmlformats.org/drawingml/2006/main">
            <a:pPr algn="l">
              <a:defRPr sz="2175" b="0">
                <a:solidFill>
                  <a:srgbClr val="FFFFFF"/>
                </a:solidFill>
              </a:defRPr>
            </a:pPr>
            <a:r>
              <a:rPr sz="2175" b="0">
                <a:solidFill>
                  <a:srgbClr val="FFFFFF"/>
                </a:solidFill>
                <a:latin typeface="Arial"/>
                <a:ea typeface="Arial"/>
                <a:cs typeface="Arial"/>
              </a:rPr>
              <a:t>RULES при недоступности модели</a:t>
            </a:r>
          </a:p>
        </p:txBody>
      </p:sp>
      <p:sp>
        <p:nvSpPr>
          <p:cNvPr id="8" name="Ассистент RAG">
            <a:extLst xmlns:a="http://schemas.openxmlformats.org/drawingml/2006/main">
              <a:ext uri="{FF2B5EF4-FFF2-40B4-BE49-F238E27FC236}">
                <a16:creationId xmlns:a16="http://schemas.microsoft.com/office/drawing/2014/main" id="{838D8CED-ACA0-4706-BA92-7F1AF901B299}"/>
              </a:ext>
            </a:extLst>
          </p:cNvPr>
          <p:cNvSpPr>
            <a:spLocks xmlns:a="http://schemas.openxmlformats.org/drawingml/2006/main" noGrp="1"/>
          </p:cNvSpPr>
          <p:nvPr/>
        </p:nvSpPr>
        <p:spPr>
          <a:xfrm xmlns:a="http://schemas.openxmlformats.org/drawingml/2006/main">
            <a:off x="6610350" y="17526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550" b="1">
                <a:solidFill>
                  <a:srgbClr val="F52B22"/>
                </a:solidFill>
                <a:latin typeface="Arial"/>
                <a:ea typeface="Arial"/>
                <a:cs typeface="Arial"/>
              </a:defRPr>
            </a:defPPr>
            <a:lvl1pPr algn="l">
              <a:defRPr sz="2550" b="1">
                <a:solidFill>
                  <a:srgbClr val="F52B22"/>
                </a:solidFill>
                <a:latin typeface="Arial"/>
                <a:ea typeface="Arial"/>
                <a:cs typeface="Arial"/>
              </a:defRPr>
            </a:lvl1pPr>
            <a:lvl2pPr algn="l">
              <a:defRPr sz="2550" b="1">
                <a:solidFill>
                  <a:srgbClr val="F52B22"/>
                </a:solidFill>
                <a:latin typeface="Arial"/>
                <a:ea typeface="Arial"/>
                <a:cs typeface="Arial"/>
              </a:defRPr>
            </a:lvl2pPr>
            <a:lvl3pPr algn="l">
              <a:defRPr sz="2550" b="1">
                <a:solidFill>
                  <a:srgbClr val="F52B22"/>
                </a:solidFill>
                <a:latin typeface="Arial"/>
                <a:ea typeface="Arial"/>
                <a:cs typeface="Arial"/>
              </a:defRPr>
            </a:lvl3pPr>
            <a:lvl4pPr algn="l">
              <a:defRPr sz="2550" b="1">
                <a:solidFill>
                  <a:srgbClr val="F52B22"/>
                </a:solidFill>
                <a:latin typeface="Arial"/>
                <a:ea typeface="Arial"/>
                <a:cs typeface="Arial"/>
              </a:defRPr>
            </a:lvl4pPr>
            <a:lvl5pPr algn="l">
              <a:defRPr sz="2550" b="1">
                <a:solidFill>
                  <a:srgbClr val="F52B22"/>
                </a:solidFill>
                <a:latin typeface="Arial"/>
                <a:ea typeface="Arial"/>
                <a:cs typeface="Arial"/>
              </a:defRPr>
            </a:lvl5pPr>
            <a:lvl6pPr algn="l">
              <a:defRPr sz="2550" b="1">
                <a:solidFill>
                  <a:srgbClr val="F52B22"/>
                </a:solidFill>
                <a:latin typeface="Arial"/>
                <a:ea typeface="Arial"/>
                <a:cs typeface="Arial"/>
              </a:defRPr>
            </a:lvl6pPr>
            <a:lvl7pPr algn="l">
              <a:defRPr sz="2550" b="1">
                <a:solidFill>
                  <a:srgbClr val="F52B22"/>
                </a:solidFill>
                <a:latin typeface="Arial"/>
                <a:ea typeface="Arial"/>
                <a:cs typeface="Arial"/>
              </a:defRPr>
            </a:lvl7pPr>
            <a:lvl8pPr algn="l">
              <a:defRPr sz="2550" b="1">
                <a:solidFill>
                  <a:srgbClr val="F52B22"/>
                </a:solidFill>
                <a:latin typeface="Arial"/>
                <a:ea typeface="Arial"/>
                <a:cs typeface="Arial"/>
              </a:defRPr>
            </a:lvl8pPr>
            <a:lvl9pPr algn="l">
              <a:defRPr sz="2550" b="1">
                <a:solidFill>
                  <a:srgbClr val="F52B22"/>
                </a:solidFill>
                <a:latin typeface="Arial"/>
                <a:ea typeface="Arial"/>
                <a:cs typeface="Arial"/>
              </a:defRPr>
            </a:lvl9pPr>
          </a:lstStyle>
          <a:p xmlns:a="http://schemas.openxmlformats.org/drawingml/2006/main">
            <a:pPr algn="l">
              <a:defRPr sz="2550" b="1">
                <a:solidFill>
                  <a:srgbClr val="F52B22"/>
                </a:solidFill>
              </a:defRPr>
            </a:pPr>
            <a:r>
              <a:rPr sz="2550" b="1">
                <a:solidFill>
                  <a:srgbClr val="F52B22"/>
                </a:solidFill>
                <a:latin typeface="Arial"/>
                <a:ea typeface="Arial"/>
                <a:cs typeface="Arial"/>
              </a:rPr>
              <a:t>Ассистент RAG</a:t>
            </a:r>
          </a:p>
        </p:txBody>
      </p:sp>
      <p:sp>
        <p:nvSpPr>
          <p:cNvPr id="9" name="E5 и BM25, индекс Qdrant">
            <a:extLst xmlns:a="http://schemas.openxmlformats.org/drawingml/2006/main">
              <a:ext uri="{FF2B5EF4-FFF2-40B4-BE49-F238E27FC236}">
                <a16:creationId xmlns:a16="http://schemas.microsoft.com/office/drawing/2014/main" id="{E97CED9A-785A-4A62-B58F-03B5E6A4E2A0}"/>
              </a:ext>
            </a:extLst>
          </p:cNvPr>
          <p:cNvSpPr>
            <a:spLocks xmlns:a="http://schemas.openxmlformats.org/drawingml/2006/main" noGrp="1"/>
          </p:cNvSpPr>
          <p:nvPr/>
        </p:nvSpPr>
        <p:spPr>
          <a:xfrm xmlns:a="http://schemas.openxmlformats.org/drawingml/2006/main">
            <a:off x="6610350" y="2533650"/>
            <a:ext cx="4953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100" b="0">
                <a:solidFill>
                  <a:srgbClr val="FFFFFF"/>
                </a:solidFill>
                <a:latin typeface="Arial"/>
                <a:ea typeface="Arial"/>
                <a:cs typeface="Arial"/>
              </a:defRPr>
            </a:defPPr>
            <a:lvl1pPr algn="l">
              <a:defRPr sz="2100" b="0">
                <a:solidFill>
                  <a:srgbClr val="FFFFFF"/>
                </a:solidFill>
                <a:latin typeface="Arial"/>
                <a:ea typeface="Arial"/>
                <a:cs typeface="Arial"/>
              </a:defRPr>
            </a:lvl1pPr>
            <a:lvl2pPr algn="l">
              <a:defRPr sz="2100" b="0">
                <a:solidFill>
                  <a:srgbClr val="FFFFFF"/>
                </a:solidFill>
                <a:latin typeface="Arial"/>
                <a:ea typeface="Arial"/>
                <a:cs typeface="Arial"/>
              </a:defRPr>
            </a:lvl2pPr>
            <a:lvl3pPr algn="l">
              <a:defRPr sz="2100" b="0">
                <a:solidFill>
                  <a:srgbClr val="FFFFFF"/>
                </a:solidFill>
                <a:latin typeface="Arial"/>
                <a:ea typeface="Arial"/>
                <a:cs typeface="Arial"/>
              </a:defRPr>
            </a:lvl3pPr>
            <a:lvl4pPr algn="l">
              <a:defRPr sz="2100" b="0">
                <a:solidFill>
                  <a:srgbClr val="FFFFFF"/>
                </a:solidFill>
                <a:latin typeface="Arial"/>
                <a:ea typeface="Arial"/>
                <a:cs typeface="Arial"/>
              </a:defRPr>
            </a:lvl4pPr>
            <a:lvl5pPr algn="l">
              <a:defRPr sz="2100" b="0">
                <a:solidFill>
                  <a:srgbClr val="FFFFFF"/>
                </a:solidFill>
                <a:latin typeface="Arial"/>
                <a:ea typeface="Arial"/>
                <a:cs typeface="Arial"/>
              </a:defRPr>
            </a:lvl5pPr>
            <a:lvl6pPr algn="l">
              <a:defRPr sz="2100" b="0">
                <a:solidFill>
                  <a:srgbClr val="FFFFFF"/>
                </a:solidFill>
                <a:latin typeface="Arial"/>
                <a:ea typeface="Arial"/>
                <a:cs typeface="Arial"/>
              </a:defRPr>
            </a:lvl6pPr>
            <a:lvl7pPr algn="l">
              <a:defRPr sz="2100" b="0">
                <a:solidFill>
                  <a:srgbClr val="FFFFFF"/>
                </a:solidFill>
                <a:latin typeface="Arial"/>
                <a:ea typeface="Arial"/>
                <a:cs typeface="Arial"/>
              </a:defRPr>
            </a:lvl7pPr>
            <a:lvl8pPr algn="l">
              <a:defRPr sz="2100" b="0">
                <a:solidFill>
                  <a:srgbClr val="FFFFFF"/>
                </a:solidFill>
                <a:latin typeface="Arial"/>
                <a:ea typeface="Arial"/>
                <a:cs typeface="Arial"/>
              </a:defRPr>
            </a:lvl8pPr>
            <a:lvl9pPr algn="l">
              <a:defRPr sz="2100" b="0">
                <a:solidFill>
                  <a:srgbClr val="FFFFFF"/>
                </a:solidFill>
                <a:latin typeface="Arial"/>
                <a:ea typeface="Arial"/>
                <a:cs typeface="Arial"/>
              </a:defRPr>
            </a:lvl9pPr>
          </a:lstStyle>
          <a:p xmlns:a="http://schemas.openxmlformats.org/drawingml/2006/main">
            <a:pPr algn="l">
              <a:defRPr sz="2100" b="0">
                <a:solidFill>
                  <a:srgbClr val="FFFFFF"/>
                </a:solidFill>
              </a:defRPr>
            </a:pPr>
            <a:r>
              <a:rPr sz="2100" b="0">
                <a:solidFill>
                  <a:srgbClr val="FFFFFF"/>
                </a:solidFill>
                <a:latin typeface="Arial"/>
                <a:ea typeface="Arial"/>
                <a:cs typeface="Arial"/>
              </a:rPr>
              <a:t>E5 и BM25, индекс Qdrant</a:t>
            </a:r>
          </a:p>
          <a:p xmlns:a="http://schemas.openxmlformats.org/drawingml/2006/main">
            <a:pPr algn="l">
              <a:defRPr sz="2100" b="0">
                <a:solidFill>
                  <a:srgbClr val="FFFFFF"/>
                </a:solidFill>
              </a:defRPr>
            </a:pPr>
            <a:r>
              <a:rPr sz="2100" b="0">
                <a:solidFill>
                  <a:srgbClr val="FFFFFF"/>
                </a:solidFill>
                <a:latin typeface="Arial"/>
                <a:ea typeface="Arial"/>
                <a:cs typeface="Arial"/>
              </a:rPr>
              <a:t>Контекст компании от backend</a:t>
            </a:r>
          </a:p>
          <a:p xmlns:a="http://schemas.openxmlformats.org/drawingml/2006/main">
            <a:pPr algn="l">
              <a:defRPr sz="2100" b="0">
                <a:solidFill>
                  <a:srgbClr val="FFFFFF"/>
                </a:solidFill>
              </a:defRPr>
            </a:pPr>
            <a:r>
              <a:rPr sz="2100" b="0">
                <a:solidFill>
                  <a:srgbClr val="FFFFFF"/>
                </a:solidFill>
                <a:latin typeface="Arial"/>
                <a:ea typeface="Arial"/>
                <a:cs typeface="Arial"/>
              </a:rPr>
              <a:t>Ответы с разрешёнными источниками</a:t>
            </a:r>
          </a:p>
        </p:txBody>
      </p:sp>
      <p:sp>
        <p:nvSpPr>
          <p:cNvPr id="10" name="Локальный профиль: Qwen2.5 3B без платного API">
            <a:extLst xmlns:a="http://schemas.openxmlformats.org/drawingml/2006/main">
              <a:ext uri="{FF2B5EF4-FFF2-40B4-BE49-F238E27FC236}">
                <a16:creationId xmlns:a16="http://schemas.microsoft.com/office/drawing/2014/main" id="{39F402CA-755F-48DB-A581-1AEAF861656B}"/>
              </a:ext>
            </a:extLst>
          </p:cNvPr>
          <p:cNvSpPr>
            <a:spLocks xmlns:a="http://schemas.openxmlformats.org/drawingml/2006/main" noGrp="1"/>
          </p:cNvSpPr>
          <p:nvPr/>
        </p:nvSpPr>
        <p:spPr>
          <a:xfrm xmlns:a="http://schemas.openxmlformats.org/drawingml/2006/main">
            <a:off x="609600" y="4991100"/>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0">
                <a:solidFill>
                  <a:srgbClr val="FFFFFF"/>
                </a:solidFill>
                <a:latin typeface="Arial"/>
                <a:ea typeface="Arial"/>
                <a:cs typeface="Arial"/>
              </a:defRPr>
            </a:defPPr>
            <a:lvl1pPr algn="l">
              <a:defRPr sz="2250" b="0">
                <a:solidFill>
                  <a:srgbClr val="FFFFFF"/>
                </a:solidFill>
                <a:latin typeface="Arial"/>
                <a:ea typeface="Arial"/>
                <a:cs typeface="Arial"/>
              </a:defRPr>
            </a:lvl1pPr>
            <a:lvl2pPr algn="l">
              <a:defRPr sz="2250" b="0">
                <a:solidFill>
                  <a:srgbClr val="FFFFFF"/>
                </a:solidFill>
                <a:latin typeface="Arial"/>
                <a:ea typeface="Arial"/>
                <a:cs typeface="Arial"/>
              </a:defRPr>
            </a:lvl2pPr>
            <a:lvl3pPr algn="l">
              <a:defRPr sz="2250" b="0">
                <a:solidFill>
                  <a:srgbClr val="FFFFFF"/>
                </a:solidFill>
                <a:latin typeface="Arial"/>
                <a:ea typeface="Arial"/>
                <a:cs typeface="Arial"/>
              </a:defRPr>
            </a:lvl3pPr>
            <a:lvl4pPr algn="l">
              <a:defRPr sz="2250" b="0">
                <a:solidFill>
                  <a:srgbClr val="FFFFFF"/>
                </a:solidFill>
                <a:latin typeface="Arial"/>
                <a:ea typeface="Arial"/>
                <a:cs typeface="Arial"/>
              </a:defRPr>
            </a:lvl4pPr>
            <a:lvl5pPr algn="l">
              <a:defRPr sz="2250" b="0">
                <a:solidFill>
                  <a:srgbClr val="FFFFFF"/>
                </a:solidFill>
                <a:latin typeface="Arial"/>
                <a:ea typeface="Arial"/>
                <a:cs typeface="Arial"/>
              </a:defRPr>
            </a:lvl5pPr>
            <a:lvl6pPr algn="l">
              <a:defRPr sz="2250" b="0">
                <a:solidFill>
                  <a:srgbClr val="FFFFFF"/>
                </a:solidFill>
                <a:latin typeface="Arial"/>
                <a:ea typeface="Arial"/>
                <a:cs typeface="Arial"/>
              </a:defRPr>
            </a:lvl6pPr>
            <a:lvl7pPr algn="l">
              <a:defRPr sz="2250" b="0">
                <a:solidFill>
                  <a:srgbClr val="FFFFFF"/>
                </a:solidFill>
                <a:latin typeface="Arial"/>
                <a:ea typeface="Arial"/>
                <a:cs typeface="Arial"/>
              </a:defRPr>
            </a:lvl7pPr>
            <a:lvl8pPr algn="l">
              <a:defRPr sz="2250" b="0">
                <a:solidFill>
                  <a:srgbClr val="FFFFFF"/>
                </a:solidFill>
                <a:latin typeface="Arial"/>
                <a:ea typeface="Arial"/>
                <a:cs typeface="Arial"/>
              </a:defRPr>
            </a:lvl8pPr>
            <a:lvl9pPr algn="l">
              <a:defRPr sz="2250" b="0">
                <a:solidFill>
                  <a:srgbClr val="FFFFFF"/>
                </a:solidFill>
                <a:latin typeface="Arial"/>
                <a:ea typeface="Arial"/>
                <a:cs typeface="Arial"/>
              </a:defRPr>
            </a:lvl9pPr>
          </a:lstStyle>
          <a:p xmlns:a="http://schemas.openxmlformats.org/drawingml/2006/main">
            <a:pPr algn="l">
              <a:defRPr sz="2250" b="0">
                <a:solidFill>
                  <a:srgbClr val="FFFFFF"/>
                </a:solidFill>
              </a:defRPr>
            </a:pPr>
            <a:r>
              <a:rPr sz="2250" b="0">
                <a:solidFill>
                  <a:srgbClr val="FFFFFF"/>
                </a:solidFill>
                <a:latin typeface="Arial"/>
                <a:ea typeface="Arial"/>
                <a:cs typeface="Arial"/>
              </a:rPr>
              <a:t>Локальный профиль: Qwen2.5 3B без платного API</a:t>
            </a:r>
          </a:p>
        </p:txBody>
      </p:sp>
      <p:sp>
        <p:nvSpPr>
          <p:cNvPr id="11" name="На серверном демо подтверждён поиск. Генерация сейчас недоступна">
            <a:extLst xmlns:a="http://schemas.openxmlformats.org/drawingml/2006/main">
              <a:ext uri="{FF2B5EF4-FFF2-40B4-BE49-F238E27FC236}">
                <a16:creationId xmlns:a16="http://schemas.microsoft.com/office/drawing/2014/main" id="{94256018-1051-4572-93C2-3C94AA2F5E6B}"/>
              </a:ext>
            </a:extLst>
          </p:cNvPr>
          <p:cNvSpPr>
            <a:spLocks xmlns:a="http://schemas.openxmlformats.org/drawingml/2006/main" noGrp="1"/>
          </p:cNvSpPr>
          <p:nvPr/>
        </p:nvSpPr>
        <p:spPr>
          <a:xfrm xmlns:a="http://schemas.openxmlformats.org/drawingml/2006/main">
            <a:off x="609600" y="567690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725" b="0">
                <a:solidFill>
                  <a:srgbClr val="C6C6C6"/>
                </a:solidFill>
                <a:latin typeface="Arial"/>
                <a:ea typeface="Arial"/>
                <a:cs typeface="Arial"/>
              </a:defRPr>
            </a:defPPr>
            <a:lvl1pPr algn="l">
              <a:defRPr sz="1725" b="0">
                <a:solidFill>
                  <a:srgbClr val="C6C6C6"/>
                </a:solidFill>
                <a:latin typeface="Arial"/>
                <a:ea typeface="Arial"/>
                <a:cs typeface="Arial"/>
              </a:defRPr>
            </a:lvl1pPr>
            <a:lvl2pPr algn="l">
              <a:defRPr sz="1725" b="0">
                <a:solidFill>
                  <a:srgbClr val="C6C6C6"/>
                </a:solidFill>
                <a:latin typeface="Arial"/>
                <a:ea typeface="Arial"/>
                <a:cs typeface="Arial"/>
              </a:defRPr>
            </a:lvl2pPr>
            <a:lvl3pPr algn="l">
              <a:defRPr sz="1725" b="0">
                <a:solidFill>
                  <a:srgbClr val="C6C6C6"/>
                </a:solidFill>
                <a:latin typeface="Arial"/>
                <a:ea typeface="Arial"/>
                <a:cs typeface="Arial"/>
              </a:defRPr>
            </a:lvl3pPr>
            <a:lvl4pPr algn="l">
              <a:defRPr sz="1725" b="0">
                <a:solidFill>
                  <a:srgbClr val="C6C6C6"/>
                </a:solidFill>
                <a:latin typeface="Arial"/>
                <a:ea typeface="Arial"/>
                <a:cs typeface="Arial"/>
              </a:defRPr>
            </a:lvl4pPr>
            <a:lvl5pPr algn="l">
              <a:defRPr sz="1725" b="0">
                <a:solidFill>
                  <a:srgbClr val="C6C6C6"/>
                </a:solidFill>
                <a:latin typeface="Arial"/>
                <a:ea typeface="Arial"/>
                <a:cs typeface="Arial"/>
              </a:defRPr>
            </a:lvl5pPr>
            <a:lvl6pPr algn="l">
              <a:defRPr sz="1725" b="0">
                <a:solidFill>
                  <a:srgbClr val="C6C6C6"/>
                </a:solidFill>
                <a:latin typeface="Arial"/>
                <a:ea typeface="Arial"/>
                <a:cs typeface="Arial"/>
              </a:defRPr>
            </a:lvl6pPr>
            <a:lvl7pPr algn="l">
              <a:defRPr sz="1725" b="0">
                <a:solidFill>
                  <a:srgbClr val="C6C6C6"/>
                </a:solidFill>
                <a:latin typeface="Arial"/>
                <a:ea typeface="Arial"/>
                <a:cs typeface="Arial"/>
              </a:defRPr>
            </a:lvl7pPr>
            <a:lvl8pPr algn="l">
              <a:defRPr sz="1725" b="0">
                <a:solidFill>
                  <a:srgbClr val="C6C6C6"/>
                </a:solidFill>
                <a:latin typeface="Arial"/>
                <a:ea typeface="Arial"/>
                <a:cs typeface="Arial"/>
              </a:defRPr>
            </a:lvl8pPr>
            <a:lvl9pPr algn="l">
              <a:defRPr sz="1725" b="0">
                <a:solidFill>
                  <a:srgbClr val="C6C6C6"/>
                </a:solidFill>
                <a:latin typeface="Arial"/>
                <a:ea typeface="Arial"/>
                <a:cs typeface="Arial"/>
              </a:defRPr>
            </a:lvl9pPr>
          </a:lstStyle>
          <a:p xmlns:a="http://schemas.openxmlformats.org/drawingml/2006/main">
            <a:pPr algn="l">
              <a:defRPr sz="1725" b="0">
                <a:solidFill>
                  <a:srgbClr val="C6C6C6"/>
                </a:solidFill>
              </a:defRPr>
            </a:pPr>
            <a:r>
              <a:rPr sz="1725" b="0">
                <a:solidFill>
                  <a:srgbClr val="C6C6C6"/>
                </a:solidFill>
                <a:latin typeface="Arial"/>
                <a:ea typeface="Arial"/>
                <a:cs typeface="Arial"/>
              </a:rPr>
              <a:t>На серверном демо подтверждён поиск. Генерация сейчас недоступна</a:t>
            </a:r>
          </a:p>
        </p:txBody>
      </p:sp>
    </p:spTree>
    <p:extLst>
      <p:ext uri="{BB962C8B-B14F-4D97-AF65-F5344CB8AC3E}">
        <p14:creationId xmlns:p14="http://schemas.microsoft.com/office/powerpoint/2010/main" val="25088434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47E65768-9C13-4024-B239-EA0607D72D87}"/>
              </a:ext>
            </a:extLst>
          </p:cNvPr>
          <p:cNvCxnSpPr>
            <a:stCxn xmlns:a="http://schemas.openxmlformats.org/drawingml/2006/main" id="23" idx="2"/>
            <a:endCxn xmlns:a="http://schemas.openxmlformats.org/drawingml/2006/main" id="25" idx="0"/>
          </p:cNvCxnSpPr>
          <p:nvPr/>
        </p:nvCxnSpPr>
        <p:spPr>
          <a:xfrm xmlns:a="http://schemas.openxmlformats.org/drawingml/2006/main" flipH="1">
            <a:off x="7553325" y="4000500"/>
            <a:ext cx="2800350" cy="7620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3" name="">
            <a:extLst xmlns:a="http://schemas.openxmlformats.org/drawingml/2006/main">
              <a:ext uri="{FF2B5EF4-FFF2-40B4-BE49-F238E27FC236}">
                <a16:creationId xmlns:a16="http://schemas.microsoft.com/office/drawing/2014/main" id="{18439DD2-C8DD-4D36-8724-E47C203EFE91}"/>
              </a:ext>
            </a:extLst>
          </p:cNvPr>
          <p:cNvCxnSpPr>
            <a:stCxn xmlns:a="http://schemas.openxmlformats.org/drawingml/2006/main" id="22" idx="2"/>
            <a:endCxn xmlns:a="http://schemas.openxmlformats.org/drawingml/2006/main" id="25" idx="0"/>
          </p:cNvCxnSpPr>
          <p:nvPr/>
        </p:nvCxnSpPr>
        <p:spPr>
          <a:xfrm xmlns:a="http://schemas.openxmlformats.org/drawingml/2006/main">
            <a:off x="5991225" y="4000500"/>
            <a:ext cx="1562100" cy="7620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4" name="">
            <a:extLst xmlns:a="http://schemas.openxmlformats.org/drawingml/2006/main">
              <a:ext uri="{FF2B5EF4-FFF2-40B4-BE49-F238E27FC236}">
                <a16:creationId xmlns:a16="http://schemas.microsoft.com/office/drawing/2014/main" id="{D07541C1-88BE-4CBB-8EED-5D8DBF3A4632}"/>
              </a:ext>
            </a:extLst>
          </p:cNvPr>
          <p:cNvCxnSpPr>
            <a:stCxn xmlns:a="http://schemas.openxmlformats.org/drawingml/2006/main" id="23" idx="2"/>
            <a:endCxn xmlns:a="http://schemas.openxmlformats.org/drawingml/2006/main" id="24" idx="0"/>
          </p:cNvCxnSpPr>
          <p:nvPr/>
        </p:nvCxnSpPr>
        <p:spPr>
          <a:xfrm xmlns:a="http://schemas.openxmlformats.org/drawingml/2006/main">
            <a:off x="10353675" y="4000500"/>
            <a:ext cx="0" cy="76200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5" name="">
            <a:extLst xmlns:a="http://schemas.openxmlformats.org/drawingml/2006/main">
              <a:ext uri="{FF2B5EF4-FFF2-40B4-BE49-F238E27FC236}">
                <a16:creationId xmlns:a16="http://schemas.microsoft.com/office/drawing/2014/main" id="{CD8F097E-D90D-42B0-BEA5-43EACB46492F}"/>
              </a:ext>
            </a:extLst>
          </p:cNvPr>
          <p:cNvCxnSpPr>
            <a:stCxn xmlns:a="http://schemas.openxmlformats.org/drawingml/2006/main" id="17" idx="2"/>
            <a:endCxn xmlns:a="http://schemas.openxmlformats.org/drawingml/2006/main" id="23" idx="0"/>
          </p:cNvCxnSpPr>
          <p:nvPr/>
        </p:nvCxnSpPr>
        <p:spPr>
          <a:xfrm xmlns:a="http://schemas.openxmlformats.org/drawingml/2006/main">
            <a:off x="5991225" y="2381250"/>
            <a:ext cx="4362450" cy="9525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6" name="">
            <a:extLst xmlns:a="http://schemas.openxmlformats.org/drawingml/2006/main">
              <a:ext uri="{FF2B5EF4-FFF2-40B4-BE49-F238E27FC236}">
                <a16:creationId xmlns:a16="http://schemas.microsoft.com/office/drawing/2014/main" id="{D222F704-AFEC-4C9F-A46D-EC5592546488}"/>
              </a:ext>
            </a:extLst>
          </p:cNvPr>
          <p:cNvCxnSpPr>
            <a:stCxn xmlns:a="http://schemas.openxmlformats.org/drawingml/2006/main" id="17" idx="2"/>
            <a:endCxn xmlns:a="http://schemas.openxmlformats.org/drawingml/2006/main" id="22" idx="0"/>
          </p:cNvCxnSpPr>
          <p:nvPr/>
        </p:nvCxnSpPr>
        <p:spPr>
          <a:xfrm xmlns:a="http://schemas.openxmlformats.org/drawingml/2006/main">
            <a:off x="5991225" y="2381250"/>
            <a:ext cx="0" cy="95250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7" name="">
            <a:extLst xmlns:a="http://schemas.openxmlformats.org/drawingml/2006/main">
              <a:ext uri="{FF2B5EF4-FFF2-40B4-BE49-F238E27FC236}">
                <a16:creationId xmlns:a16="http://schemas.microsoft.com/office/drawing/2014/main" id="{12C8F09C-65B4-4890-B345-7463A750FD94}"/>
              </a:ext>
            </a:extLst>
          </p:cNvPr>
          <p:cNvCxnSpPr>
            <a:stCxn xmlns:a="http://schemas.openxmlformats.org/drawingml/2006/main" id="19" idx="2"/>
            <a:endCxn xmlns:a="http://schemas.openxmlformats.org/drawingml/2006/main" id="21" idx="0"/>
          </p:cNvCxnSpPr>
          <p:nvPr/>
        </p:nvCxnSpPr>
        <p:spPr>
          <a:xfrm xmlns:a="http://schemas.openxmlformats.org/drawingml/2006/main">
            <a:off x="1800225" y="4000500"/>
            <a:ext cx="2962275" cy="7620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8" name="">
            <a:extLst xmlns:a="http://schemas.openxmlformats.org/drawingml/2006/main">
              <a:ext uri="{FF2B5EF4-FFF2-40B4-BE49-F238E27FC236}">
                <a16:creationId xmlns:a16="http://schemas.microsoft.com/office/drawing/2014/main" id="{BE8C43A6-31D0-4B43-BE18-E2EE592AD6A2}"/>
              </a:ext>
            </a:extLst>
          </p:cNvPr>
          <p:cNvCxnSpPr>
            <a:stCxn xmlns:a="http://schemas.openxmlformats.org/drawingml/2006/main" id="19" idx="2"/>
            <a:endCxn xmlns:a="http://schemas.openxmlformats.org/drawingml/2006/main" id="20" idx="0"/>
          </p:cNvCxnSpPr>
          <p:nvPr/>
        </p:nvCxnSpPr>
        <p:spPr>
          <a:xfrm xmlns:a="http://schemas.openxmlformats.org/drawingml/2006/main">
            <a:off x="1800225" y="4000500"/>
            <a:ext cx="0" cy="76200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9" name="">
            <a:extLst xmlns:a="http://schemas.openxmlformats.org/drawingml/2006/main">
              <a:ext uri="{FF2B5EF4-FFF2-40B4-BE49-F238E27FC236}">
                <a16:creationId xmlns:a16="http://schemas.microsoft.com/office/drawing/2014/main" id="{845C3056-CBD9-4839-B75C-54C5872B66D5}"/>
              </a:ext>
            </a:extLst>
          </p:cNvPr>
          <p:cNvCxnSpPr>
            <a:stCxn xmlns:a="http://schemas.openxmlformats.org/drawingml/2006/main" id="17" idx="2"/>
            <a:endCxn xmlns:a="http://schemas.openxmlformats.org/drawingml/2006/main" id="19" idx="0"/>
          </p:cNvCxnSpPr>
          <p:nvPr/>
        </p:nvCxnSpPr>
        <p:spPr>
          <a:xfrm xmlns:a="http://schemas.openxmlformats.org/drawingml/2006/main" flipH="1">
            <a:off x="1800225" y="2381250"/>
            <a:ext cx="4191000" cy="952500"/>
          </a:xfrm>
          <a:prstGeom xmlns:a="http://schemas.openxmlformats.org/drawingml/2006/main" prst="bentConnector4">
            <a:avLst>
              <a:gd name="adj1" fmla="val 0"/>
              <a:gd name="adj2" fmla="val 50000"/>
            </a:avLst>
          </a:prstGeom>
          <a:ln xmlns:a="http://schemas.openxmlformats.org/drawingml/2006/main" w="19050">
            <a:solidFill>
              <a:srgbClr val="777777"/>
            </a:solidFill>
            <a:tailEnd type="arrow" w="med" len="med"/>
          </a:ln>
        </p:spPr>
      </p:cxnSp>
      <p:cxnSp>
        <p:nvCxnSpPr>
          <p:cNvPr id="10" name="">
            <a:extLst xmlns:a="http://schemas.openxmlformats.org/drawingml/2006/main">
              <a:ext uri="{FF2B5EF4-FFF2-40B4-BE49-F238E27FC236}">
                <a16:creationId xmlns:a16="http://schemas.microsoft.com/office/drawing/2014/main" id="{2A891F78-B9D3-43AC-A25A-AF987451689F}"/>
              </a:ext>
            </a:extLst>
          </p:cNvPr>
          <p:cNvCxnSpPr>
            <a:stCxn xmlns:a="http://schemas.openxmlformats.org/drawingml/2006/main" id="17" idx="3"/>
            <a:endCxn xmlns:a="http://schemas.openxmlformats.org/drawingml/2006/main" id="18" idx="1"/>
          </p:cNvCxnSpPr>
          <p:nvPr/>
        </p:nvCxnSpPr>
        <p:spPr>
          <a:xfrm xmlns:a="http://schemas.openxmlformats.org/drawingml/2006/main">
            <a:off x="7343775" y="2047875"/>
            <a:ext cx="1800225" cy="0"/>
          </a:xfrm>
          <a:prstGeom xmlns:a="http://schemas.openxmlformats.org/drawingml/2006/main" prst="straightConnector1">
            <a:avLst/>
          </a:prstGeom>
          <a:ln xmlns:a="http://schemas.openxmlformats.org/drawingml/2006/main" w="19050">
            <a:solidFill>
              <a:srgbClr val="777777"/>
            </a:solidFill>
            <a:tailEnd type="arrow" w="med" len="med"/>
          </a:ln>
        </p:spPr>
      </p:cxnSp>
      <p:cxnSp>
        <p:nvCxnSpPr>
          <p:cNvPr id="11" name="">
            <a:extLst xmlns:a="http://schemas.openxmlformats.org/drawingml/2006/main">
              <a:ext uri="{FF2B5EF4-FFF2-40B4-BE49-F238E27FC236}">
                <a16:creationId xmlns:a16="http://schemas.microsoft.com/office/drawing/2014/main" id="{21007AFD-315B-4E84-9DDD-4D392AEB09E2}"/>
              </a:ext>
            </a:extLst>
          </p:cNvPr>
          <p:cNvCxnSpPr>
            <a:stCxn xmlns:a="http://schemas.openxmlformats.org/drawingml/2006/main" id="16" idx="3"/>
            <a:endCxn xmlns:a="http://schemas.openxmlformats.org/drawingml/2006/main" id="17" idx="1"/>
          </p:cNvCxnSpPr>
          <p:nvPr/>
        </p:nvCxnSpPr>
        <p:spPr>
          <a:xfrm xmlns:a="http://schemas.openxmlformats.org/drawingml/2006/main">
            <a:off x="2990850" y="2047875"/>
            <a:ext cx="1647825" cy="0"/>
          </a:xfrm>
          <a:prstGeom xmlns:a="http://schemas.openxmlformats.org/drawingml/2006/main" prst="straightConnector1">
            <a:avLst/>
          </a:prstGeom>
          <a:ln xmlns:a="http://schemas.openxmlformats.org/drawingml/2006/main" w="19050">
            <a:solidFill>
              <a:srgbClr val="777777"/>
            </a:solidFill>
            <a:tailEnd type="arrow" w="med" len="med"/>
          </a:ln>
        </p:spPr>
      </p:cxnSp>
      <p:sp>
        <p:nvSpPr>
          <p:cNvPr id="12" name="АЛЬФА ХАК 2026">
            <a:extLst xmlns:a="http://schemas.openxmlformats.org/drawingml/2006/main">
              <a:ext uri="{FF2B5EF4-FFF2-40B4-BE49-F238E27FC236}">
                <a16:creationId xmlns:a16="http://schemas.microsoft.com/office/drawing/2014/main" id="{933B92A5-0B8C-43E5-A772-86202EE0F001}"/>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52B22"/>
                </a:solidFill>
                <a:latin typeface="Arial"/>
                <a:ea typeface="Arial"/>
                <a:cs typeface="Arial"/>
              </a:defRPr>
            </a:defPPr>
            <a:lvl1pPr algn="l">
              <a:defRPr sz="975" b="1">
                <a:solidFill>
                  <a:srgbClr val="F52B22"/>
                </a:solidFill>
                <a:latin typeface="Arial"/>
                <a:ea typeface="Arial"/>
                <a:cs typeface="Arial"/>
              </a:defRPr>
            </a:lvl1pPr>
            <a:lvl2pPr algn="l">
              <a:defRPr sz="975" b="1">
                <a:solidFill>
                  <a:srgbClr val="F52B22"/>
                </a:solidFill>
                <a:latin typeface="Arial"/>
                <a:ea typeface="Arial"/>
                <a:cs typeface="Arial"/>
              </a:defRPr>
            </a:lvl2pPr>
            <a:lvl3pPr algn="l">
              <a:defRPr sz="975" b="1">
                <a:solidFill>
                  <a:srgbClr val="F52B22"/>
                </a:solidFill>
                <a:latin typeface="Arial"/>
                <a:ea typeface="Arial"/>
                <a:cs typeface="Arial"/>
              </a:defRPr>
            </a:lvl3pPr>
            <a:lvl4pPr algn="l">
              <a:defRPr sz="975" b="1">
                <a:solidFill>
                  <a:srgbClr val="F52B22"/>
                </a:solidFill>
                <a:latin typeface="Arial"/>
                <a:ea typeface="Arial"/>
                <a:cs typeface="Arial"/>
              </a:defRPr>
            </a:lvl4pPr>
            <a:lvl5pPr algn="l">
              <a:defRPr sz="975" b="1">
                <a:solidFill>
                  <a:srgbClr val="F52B22"/>
                </a:solidFill>
                <a:latin typeface="Arial"/>
                <a:ea typeface="Arial"/>
                <a:cs typeface="Arial"/>
              </a:defRPr>
            </a:lvl5pPr>
            <a:lvl6pPr algn="l">
              <a:defRPr sz="975" b="1">
                <a:solidFill>
                  <a:srgbClr val="F52B22"/>
                </a:solidFill>
                <a:latin typeface="Arial"/>
                <a:ea typeface="Arial"/>
                <a:cs typeface="Arial"/>
              </a:defRPr>
            </a:lvl6pPr>
            <a:lvl7pPr algn="l">
              <a:defRPr sz="975" b="1">
                <a:solidFill>
                  <a:srgbClr val="F52B22"/>
                </a:solidFill>
                <a:latin typeface="Arial"/>
                <a:ea typeface="Arial"/>
                <a:cs typeface="Arial"/>
              </a:defRPr>
            </a:lvl7pPr>
            <a:lvl8pPr algn="l">
              <a:defRPr sz="975" b="1">
                <a:solidFill>
                  <a:srgbClr val="F52B22"/>
                </a:solidFill>
                <a:latin typeface="Arial"/>
                <a:ea typeface="Arial"/>
                <a:cs typeface="Arial"/>
              </a:defRPr>
            </a:lvl8pPr>
            <a:lvl9pPr algn="l">
              <a:defRPr sz="975" b="1">
                <a:solidFill>
                  <a:srgbClr val="F52B22"/>
                </a:solidFill>
                <a:latin typeface="Arial"/>
                <a:ea typeface="Arial"/>
                <a:cs typeface="Arial"/>
              </a:defRPr>
            </a:lvl9pPr>
          </a:lstStyle>
          <a:p xmlns:a="http://schemas.openxmlformats.org/drawingml/2006/main">
            <a:pPr algn="l">
              <a:defRPr sz="975" b="1">
                <a:solidFill>
                  <a:srgbClr val="F52B22"/>
                </a:solidFill>
              </a:defRPr>
            </a:pPr>
            <a:r>
              <a:rPr sz="975" b="1">
                <a:solidFill>
                  <a:srgbClr val="F52B22"/>
                </a:solidFill>
                <a:latin typeface="Arial"/>
                <a:ea typeface="Arial"/>
                <a:cs typeface="Arial"/>
              </a:rPr>
              <a:t>АЛЬФА ХАК 2026</a:t>
            </a:r>
          </a:p>
        </p:txBody>
      </p:sp>
      <p:sp>
        <p:nvSpPr>
          <p:cNvPr id="13" name="Фактическая архитектура MVP">
            <a:extLst xmlns:a="http://schemas.openxmlformats.org/drawingml/2006/main">
              <a:ext uri="{FF2B5EF4-FFF2-40B4-BE49-F238E27FC236}">
                <a16:creationId xmlns:a16="http://schemas.microsoft.com/office/drawing/2014/main" id="{DBCF7E81-F99F-4AE4-80CA-9B81A0782CDD}"/>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171717"/>
                </a:solidFill>
                <a:latin typeface="Arial"/>
                <a:ea typeface="Arial"/>
                <a:cs typeface="Arial"/>
              </a:defRPr>
            </a:defPPr>
            <a:lvl1pPr algn="l">
              <a:defRPr sz="3675" b="1">
                <a:solidFill>
                  <a:srgbClr val="171717"/>
                </a:solidFill>
                <a:latin typeface="Arial"/>
                <a:ea typeface="Arial"/>
                <a:cs typeface="Arial"/>
              </a:defRPr>
            </a:lvl1pPr>
            <a:lvl2pPr algn="l">
              <a:defRPr sz="3675" b="1">
                <a:solidFill>
                  <a:srgbClr val="171717"/>
                </a:solidFill>
                <a:latin typeface="Arial"/>
                <a:ea typeface="Arial"/>
                <a:cs typeface="Arial"/>
              </a:defRPr>
            </a:lvl2pPr>
            <a:lvl3pPr algn="l">
              <a:defRPr sz="3675" b="1">
                <a:solidFill>
                  <a:srgbClr val="171717"/>
                </a:solidFill>
                <a:latin typeface="Arial"/>
                <a:ea typeface="Arial"/>
                <a:cs typeface="Arial"/>
              </a:defRPr>
            </a:lvl3pPr>
            <a:lvl4pPr algn="l">
              <a:defRPr sz="3675" b="1">
                <a:solidFill>
                  <a:srgbClr val="171717"/>
                </a:solidFill>
                <a:latin typeface="Arial"/>
                <a:ea typeface="Arial"/>
                <a:cs typeface="Arial"/>
              </a:defRPr>
            </a:lvl4pPr>
            <a:lvl5pPr algn="l">
              <a:defRPr sz="3675" b="1">
                <a:solidFill>
                  <a:srgbClr val="171717"/>
                </a:solidFill>
                <a:latin typeface="Arial"/>
                <a:ea typeface="Arial"/>
                <a:cs typeface="Arial"/>
              </a:defRPr>
            </a:lvl5pPr>
            <a:lvl6pPr algn="l">
              <a:defRPr sz="3675" b="1">
                <a:solidFill>
                  <a:srgbClr val="171717"/>
                </a:solidFill>
                <a:latin typeface="Arial"/>
                <a:ea typeface="Arial"/>
                <a:cs typeface="Arial"/>
              </a:defRPr>
            </a:lvl6pPr>
            <a:lvl7pPr algn="l">
              <a:defRPr sz="3675" b="1">
                <a:solidFill>
                  <a:srgbClr val="171717"/>
                </a:solidFill>
                <a:latin typeface="Arial"/>
                <a:ea typeface="Arial"/>
                <a:cs typeface="Arial"/>
              </a:defRPr>
            </a:lvl7pPr>
            <a:lvl8pPr algn="l">
              <a:defRPr sz="3675" b="1">
                <a:solidFill>
                  <a:srgbClr val="171717"/>
                </a:solidFill>
                <a:latin typeface="Arial"/>
                <a:ea typeface="Arial"/>
                <a:cs typeface="Arial"/>
              </a:defRPr>
            </a:lvl8pPr>
            <a:lvl9pPr algn="l">
              <a:defRPr sz="3675" b="1">
                <a:solidFill>
                  <a:srgbClr val="171717"/>
                </a:solidFill>
                <a:latin typeface="Arial"/>
                <a:ea typeface="Arial"/>
                <a:cs typeface="Arial"/>
              </a:defRPr>
            </a:lvl9pPr>
          </a:lstStyle>
          <a:p xmlns:a="http://schemas.openxmlformats.org/drawingml/2006/main">
            <a:pPr algn="l">
              <a:defRPr sz="3675" b="1">
                <a:solidFill>
                  <a:srgbClr val="171717"/>
                </a:solidFill>
              </a:defRPr>
            </a:pPr>
            <a:r>
              <a:rPr sz="3675" b="1">
                <a:solidFill>
                  <a:srgbClr val="171717"/>
                </a:solidFill>
                <a:latin typeface="Arial"/>
                <a:ea typeface="Arial"/>
                <a:cs typeface="Arial"/>
              </a:rPr>
              <a:t>Фактическая архитектура MVP</a:t>
            </a:r>
          </a:p>
        </p:txBody>
      </p:sp>
      <p:sp>
        <p:nvSpPr>
          <p:cNvPr id="14" name="Поток / Gambit_Yvaga">
            <a:extLst xmlns:a="http://schemas.openxmlformats.org/drawingml/2006/main">
              <a:ext uri="{FF2B5EF4-FFF2-40B4-BE49-F238E27FC236}">
                <a16:creationId xmlns:a16="http://schemas.microsoft.com/office/drawing/2014/main" id="{0E4FF4A0-7E44-4EEC-8580-5DE85B15BE8F}"/>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626262"/>
                </a:solidFill>
                <a:latin typeface="Arial"/>
                <a:ea typeface="Arial"/>
                <a:cs typeface="Arial"/>
              </a:defRPr>
            </a:defPPr>
            <a:lvl1pPr algn="l">
              <a:defRPr sz="1125" b="0">
                <a:solidFill>
                  <a:srgbClr val="626262"/>
                </a:solidFill>
                <a:latin typeface="Arial"/>
                <a:ea typeface="Arial"/>
                <a:cs typeface="Arial"/>
              </a:defRPr>
            </a:lvl1pPr>
            <a:lvl2pPr algn="l">
              <a:defRPr sz="1125" b="0">
                <a:solidFill>
                  <a:srgbClr val="626262"/>
                </a:solidFill>
                <a:latin typeface="Arial"/>
                <a:ea typeface="Arial"/>
                <a:cs typeface="Arial"/>
              </a:defRPr>
            </a:lvl2pPr>
            <a:lvl3pPr algn="l">
              <a:defRPr sz="1125" b="0">
                <a:solidFill>
                  <a:srgbClr val="626262"/>
                </a:solidFill>
                <a:latin typeface="Arial"/>
                <a:ea typeface="Arial"/>
                <a:cs typeface="Arial"/>
              </a:defRPr>
            </a:lvl3pPr>
            <a:lvl4pPr algn="l">
              <a:defRPr sz="1125" b="0">
                <a:solidFill>
                  <a:srgbClr val="626262"/>
                </a:solidFill>
                <a:latin typeface="Arial"/>
                <a:ea typeface="Arial"/>
                <a:cs typeface="Arial"/>
              </a:defRPr>
            </a:lvl4pPr>
            <a:lvl5pPr algn="l">
              <a:defRPr sz="1125" b="0">
                <a:solidFill>
                  <a:srgbClr val="626262"/>
                </a:solidFill>
                <a:latin typeface="Arial"/>
                <a:ea typeface="Arial"/>
                <a:cs typeface="Arial"/>
              </a:defRPr>
            </a:lvl5pPr>
            <a:lvl6pPr algn="l">
              <a:defRPr sz="1125" b="0">
                <a:solidFill>
                  <a:srgbClr val="626262"/>
                </a:solidFill>
                <a:latin typeface="Arial"/>
                <a:ea typeface="Arial"/>
                <a:cs typeface="Arial"/>
              </a:defRPr>
            </a:lvl6pPr>
            <a:lvl7pPr algn="l">
              <a:defRPr sz="1125" b="0">
                <a:solidFill>
                  <a:srgbClr val="626262"/>
                </a:solidFill>
                <a:latin typeface="Arial"/>
                <a:ea typeface="Arial"/>
                <a:cs typeface="Arial"/>
              </a:defRPr>
            </a:lvl7pPr>
            <a:lvl8pPr algn="l">
              <a:defRPr sz="1125" b="0">
                <a:solidFill>
                  <a:srgbClr val="626262"/>
                </a:solidFill>
                <a:latin typeface="Arial"/>
                <a:ea typeface="Arial"/>
                <a:cs typeface="Arial"/>
              </a:defRPr>
            </a:lvl8pPr>
            <a:lvl9pPr algn="l">
              <a:defRPr sz="1125" b="0">
                <a:solidFill>
                  <a:srgbClr val="626262"/>
                </a:solidFill>
                <a:latin typeface="Arial"/>
                <a:ea typeface="Arial"/>
                <a:cs typeface="Arial"/>
              </a:defRPr>
            </a:lvl9pPr>
          </a:lstStyle>
          <a:p xmlns:a="http://schemas.openxmlformats.org/drawingml/2006/main">
            <a:pPr algn="l">
              <a:defRPr sz="1125" b="0">
                <a:solidFill>
                  <a:srgbClr val="626262"/>
                </a:solidFill>
              </a:defRPr>
            </a:pPr>
            <a:r>
              <a:rPr sz="1125" b="0">
                <a:solidFill>
                  <a:srgbClr val="626262"/>
                </a:solidFill>
                <a:latin typeface="Arial"/>
                <a:ea typeface="Arial"/>
                <a:cs typeface="Arial"/>
              </a:rPr>
              <a:t>Поток / Gambit_Yvaga</a:t>
            </a:r>
          </a:p>
        </p:txBody>
      </p:sp>
      <p:sp>
        <p:nvSpPr>
          <p:cNvPr id="15" name="10">
            <a:extLst xmlns:a="http://schemas.openxmlformats.org/drawingml/2006/main">
              <a:ext uri="{FF2B5EF4-FFF2-40B4-BE49-F238E27FC236}">
                <a16:creationId xmlns:a16="http://schemas.microsoft.com/office/drawing/2014/main" id="{5921DA5B-B6F6-412F-ACC9-EBE26C8CA0D4}"/>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626262"/>
                </a:solidFill>
                <a:latin typeface="Arial"/>
                <a:ea typeface="Arial"/>
                <a:cs typeface="Arial"/>
              </a:defRPr>
            </a:defPPr>
            <a:lvl1pPr algn="r">
              <a:defRPr sz="1125" b="0">
                <a:solidFill>
                  <a:srgbClr val="626262"/>
                </a:solidFill>
                <a:latin typeface="Arial"/>
                <a:ea typeface="Arial"/>
                <a:cs typeface="Arial"/>
              </a:defRPr>
            </a:lvl1pPr>
            <a:lvl2pPr algn="r">
              <a:defRPr sz="1125" b="0">
                <a:solidFill>
                  <a:srgbClr val="626262"/>
                </a:solidFill>
                <a:latin typeface="Arial"/>
                <a:ea typeface="Arial"/>
                <a:cs typeface="Arial"/>
              </a:defRPr>
            </a:lvl2pPr>
            <a:lvl3pPr algn="r">
              <a:defRPr sz="1125" b="0">
                <a:solidFill>
                  <a:srgbClr val="626262"/>
                </a:solidFill>
                <a:latin typeface="Arial"/>
                <a:ea typeface="Arial"/>
                <a:cs typeface="Arial"/>
              </a:defRPr>
            </a:lvl3pPr>
            <a:lvl4pPr algn="r">
              <a:defRPr sz="1125" b="0">
                <a:solidFill>
                  <a:srgbClr val="626262"/>
                </a:solidFill>
                <a:latin typeface="Arial"/>
                <a:ea typeface="Arial"/>
                <a:cs typeface="Arial"/>
              </a:defRPr>
            </a:lvl4pPr>
            <a:lvl5pPr algn="r">
              <a:defRPr sz="1125" b="0">
                <a:solidFill>
                  <a:srgbClr val="626262"/>
                </a:solidFill>
                <a:latin typeface="Arial"/>
                <a:ea typeface="Arial"/>
                <a:cs typeface="Arial"/>
              </a:defRPr>
            </a:lvl5pPr>
            <a:lvl6pPr algn="r">
              <a:defRPr sz="1125" b="0">
                <a:solidFill>
                  <a:srgbClr val="626262"/>
                </a:solidFill>
                <a:latin typeface="Arial"/>
                <a:ea typeface="Arial"/>
                <a:cs typeface="Arial"/>
              </a:defRPr>
            </a:lvl6pPr>
            <a:lvl7pPr algn="r">
              <a:defRPr sz="1125" b="0">
                <a:solidFill>
                  <a:srgbClr val="626262"/>
                </a:solidFill>
                <a:latin typeface="Arial"/>
                <a:ea typeface="Arial"/>
                <a:cs typeface="Arial"/>
              </a:defRPr>
            </a:lvl7pPr>
            <a:lvl8pPr algn="r">
              <a:defRPr sz="1125" b="0">
                <a:solidFill>
                  <a:srgbClr val="626262"/>
                </a:solidFill>
                <a:latin typeface="Arial"/>
                <a:ea typeface="Arial"/>
                <a:cs typeface="Arial"/>
              </a:defRPr>
            </a:lvl8pPr>
            <a:lvl9pPr algn="r">
              <a:defRPr sz="1125" b="0">
                <a:solidFill>
                  <a:srgbClr val="626262"/>
                </a:solidFill>
                <a:latin typeface="Arial"/>
                <a:ea typeface="Arial"/>
                <a:cs typeface="Arial"/>
              </a:defRPr>
            </a:lvl9pPr>
          </a:lstStyle>
          <a:p xmlns:a="http://schemas.openxmlformats.org/drawingml/2006/main">
            <a:pPr algn="r">
              <a:defRPr sz="1125" b="0">
                <a:solidFill>
                  <a:srgbClr val="626262"/>
                </a:solidFill>
              </a:defRPr>
            </a:pPr>
            <a:r>
              <a:rPr sz="1125" b="0">
                <a:solidFill>
                  <a:srgbClr val="626262"/>
                </a:solidFill>
                <a:latin typeface="Arial"/>
                <a:ea typeface="Arial"/>
                <a:cs typeface="Arial"/>
              </a:rPr>
              <a:t>10</a:t>
            </a:r>
          </a:p>
        </p:txBody>
      </p:sp>
      <p:sp>
        <p:nvSpPr>
          <p:cNvPr id="16" name="React / Nginx">
            <a:extLst xmlns:a="http://schemas.openxmlformats.org/drawingml/2006/main">
              <a:ext uri="{FF2B5EF4-FFF2-40B4-BE49-F238E27FC236}">
                <a16:creationId xmlns:a16="http://schemas.microsoft.com/office/drawing/2014/main" id="{7718EAD9-A284-4C37-AB93-4C49C85DD463}"/>
              </a:ext>
            </a:extLst>
          </p:cNvPr>
          <p:cNvSpPr>
            <a:spLocks xmlns:a="http://schemas.openxmlformats.org/drawingml/2006/main" noGrp="1"/>
          </p:cNvSpPr>
          <p:nvPr/>
        </p:nvSpPr>
        <p:spPr>
          <a:xfrm xmlns:a="http://schemas.openxmlformats.org/drawingml/2006/main">
            <a:off x="609600" y="1714500"/>
            <a:ext cx="238125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React / Nginx</a:t>
            </a:r>
          </a:p>
        </p:txBody>
      </p:sp>
      <p:sp>
        <p:nvSpPr>
          <p:cNvPr id="17" name="Spring Boot">
            <a:extLst xmlns:a="http://schemas.openxmlformats.org/drawingml/2006/main">
              <a:ext uri="{FF2B5EF4-FFF2-40B4-BE49-F238E27FC236}">
                <a16:creationId xmlns:a16="http://schemas.microsoft.com/office/drawing/2014/main" id="{4D986807-0E07-4FB7-BFD8-CF81ACD72860}"/>
              </a:ext>
            </a:extLst>
          </p:cNvPr>
          <p:cNvSpPr>
            <a:spLocks xmlns:a="http://schemas.openxmlformats.org/drawingml/2006/main" noGrp="1"/>
          </p:cNvSpPr>
          <p:nvPr/>
        </p:nvSpPr>
        <p:spPr>
          <a:xfrm xmlns:a="http://schemas.openxmlformats.org/drawingml/2006/main">
            <a:off x="4638675" y="1714500"/>
            <a:ext cx="2705100" cy="666750"/>
          </a:xfrm>
          <a:prstGeom xmlns:a="http://schemas.openxmlformats.org/drawingml/2006/main" prst="rect">
            <a:avLst/>
          </a:prstGeom>
          <a:solidFill xmlns:a="http://schemas.openxmlformats.org/drawingml/2006/main">
            <a:srgbClr val="F52B22"/>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FFFFFF"/>
                </a:solidFill>
                <a:latin typeface="Arial"/>
                <a:ea typeface="Arial"/>
                <a:cs typeface="Arial"/>
              </a:defRPr>
            </a:defPPr>
            <a:lvl1pPr algn="ctr">
              <a:defRPr sz="1800" b="1">
                <a:solidFill>
                  <a:srgbClr val="FFFFFF"/>
                </a:solidFill>
                <a:latin typeface="Arial"/>
                <a:ea typeface="Arial"/>
                <a:cs typeface="Arial"/>
              </a:defRPr>
            </a:lvl1pPr>
            <a:lvl2pPr algn="ctr">
              <a:defRPr sz="1800" b="1">
                <a:solidFill>
                  <a:srgbClr val="FFFFFF"/>
                </a:solidFill>
                <a:latin typeface="Arial"/>
                <a:ea typeface="Arial"/>
                <a:cs typeface="Arial"/>
              </a:defRPr>
            </a:lvl2pPr>
            <a:lvl3pPr algn="ctr">
              <a:defRPr sz="1800" b="1">
                <a:solidFill>
                  <a:srgbClr val="FFFFFF"/>
                </a:solidFill>
                <a:latin typeface="Arial"/>
                <a:ea typeface="Arial"/>
                <a:cs typeface="Arial"/>
              </a:defRPr>
            </a:lvl3pPr>
            <a:lvl4pPr algn="ctr">
              <a:defRPr sz="1800" b="1">
                <a:solidFill>
                  <a:srgbClr val="FFFFFF"/>
                </a:solidFill>
                <a:latin typeface="Arial"/>
                <a:ea typeface="Arial"/>
                <a:cs typeface="Arial"/>
              </a:defRPr>
            </a:lvl4pPr>
            <a:lvl5pPr algn="ctr">
              <a:defRPr sz="1800" b="1">
                <a:solidFill>
                  <a:srgbClr val="FFFFFF"/>
                </a:solidFill>
                <a:latin typeface="Arial"/>
                <a:ea typeface="Arial"/>
                <a:cs typeface="Arial"/>
              </a:defRPr>
            </a:lvl5pPr>
            <a:lvl6pPr algn="ctr">
              <a:defRPr sz="1800" b="1">
                <a:solidFill>
                  <a:srgbClr val="FFFFFF"/>
                </a:solidFill>
                <a:latin typeface="Arial"/>
                <a:ea typeface="Arial"/>
                <a:cs typeface="Arial"/>
              </a:defRPr>
            </a:lvl6pPr>
            <a:lvl7pPr algn="ctr">
              <a:defRPr sz="1800" b="1">
                <a:solidFill>
                  <a:srgbClr val="FFFFFF"/>
                </a:solidFill>
                <a:latin typeface="Arial"/>
                <a:ea typeface="Arial"/>
                <a:cs typeface="Arial"/>
              </a:defRPr>
            </a:lvl7pPr>
            <a:lvl8pPr algn="ctr">
              <a:defRPr sz="1800" b="1">
                <a:solidFill>
                  <a:srgbClr val="FFFFFF"/>
                </a:solidFill>
                <a:latin typeface="Arial"/>
                <a:ea typeface="Arial"/>
                <a:cs typeface="Arial"/>
              </a:defRPr>
            </a:lvl8pPr>
            <a:lvl9pPr algn="ctr">
              <a:defRPr sz="1800" b="1">
                <a:solidFill>
                  <a:srgbClr val="FFFFFF"/>
                </a:solidFill>
                <a:latin typeface="Arial"/>
                <a:ea typeface="Arial"/>
                <a:cs typeface="Arial"/>
              </a:defRPr>
            </a:lvl9pPr>
          </a:lstStyle>
          <a:p xmlns:a="http://schemas.openxmlformats.org/drawingml/2006/main">
            <a:pPr algn="ctr">
              <a:defRPr sz="1800" b="1">
                <a:solidFill>
                  <a:srgbClr val="FFFFFF"/>
                </a:solidFill>
              </a:defRPr>
            </a:pPr>
            <a:r>
              <a:rPr sz="1800" b="1">
                <a:solidFill>
                  <a:srgbClr val="FFFFFF"/>
                </a:solidFill>
                <a:latin typeface="Arial"/>
                <a:ea typeface="Arial"/>
                <a:cs typeface="Arial"/>
              </a:rPr>
              <a:t>Spring Boot</a:t>
            </a:r>
          </a:p>
        </p:txBody>
      </p:sp>
      <p:sp>
        <p:nvSpPr>
          <p:cNvPr id="18" name="PostgreSQL">
            <a:extLst xmlns:a="http://schemas.openxmlformats.org/drawingml/2006/main">
              <a:ext uri="{FF2B5EF4-FFF2-40B4-BE49-F238E27FC236}">
                <a16:creationId xmlns:a16="http://schemas.microsoft.com/office/drawing/2014/main" id="{354E27FD-0AFE-455B-8D51-3052F489E002}"/>
              </a:ext>
            </a:extLst>
          </p:cNvPr>
          <p:cNvSpPr>
            <a:spLocks xmlns:a="http://schemas.openxmlformats.org/drawingml/2006/main" noGrp="1"/>
          </p:cNvSpPr>
          <p:nvPr/>
        </p:nvSpPr>
        <p:spPr>
          <a:xfrm xmlns:a="http://schemas.openxmlformats.org/drawingml/2006/main">
            <a:off x="9144000" y="1714500"/>
            <a:ext cx="241935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PostgreSQL</a:t>
            </a:r>
          </a:p>
        </p:txBody>
      </p:sp>
      <p:sp>
        <p:nvSpPr>
          <p:cNvPr id="19" name="ML bridge">
            <a:extLst xmlns:a="http://schemas.openxmlformats.org/drawingml/2006/main">
              <a:ext uri="{FF2B5EF4-FFF2-40B4-BE49-F238E27FC236}">
                <a16:creationId xmlns:a16="http://schemas.microsoft.com/office/drawing/2014/main" id="{FF1C0EBA-EB84-47FC-A948-C8F8EFCE7DDF}"/>
              </a:ext>
            </a:extLst>
          </p:cNvPr>
          <p:cNvSpPr>
            <a:spLocks xmlns:a="http://schemas.openxmlformats.org/drawingml/2006/main" noGrp="1"/>
          </p:cNvSpPr>
          <p:nvPr/>
        </p:nvSpPr>
        <p:spPr>
          <a:xfrm xmlns:a="http://schemas.openxmlformats.org/drawingml/2006/main">
            <a:off x="609600" y="3333750"/>
            <a:ext cx="238125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ML bridge</a:t>
            </a:r>
          </a:p>
        </p:txBody>
      </p:sp>
      <p:sp>
        <p:nvSpPr>
          <p:cNvPr id="20" name="CatBoost Risk">
            <a:extLst xmlns:a="http://schemas.openxmlformats.org/drawingml/2006/main">
              <a:ext uri="{FF2B5EF4-FFF2-40B4-BE49-F238E27FC236}">
                <a16:creationId xmlns:a16="http://schemas.microsoft.com/office/drawing/2014/main" id="{D1FCF0A6-83B7-41EF-BBB6-5DCE3645134A}"/>
              </a:ext>
            </a:extLst>
          </p:cNvPr>
          <p:cNvSpPr>
            <a:spLocks xmlns:a="http://schemas.openxmlformats.org/drawingml/2006/main" noGrp="1"/>
          </p:cNvSpPr>
          <p:nvPr/>
        </p:nvSpPr>
        <p:spPr>
          <a:xfrm xmlns:a="http://schemas.openxmlformats.org/drawingml/2006/main">
            <a:off x="609600" y="4762500"/>
            <a:ext cx="238125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CatBoost Risk</a:t>
            </a:r>
          </a:p>
        </p:txBody>
      </p:sp>
      <p:sp>
        <p:nvSpPr>
          <p:cNvPr id="21" name="E5 Feed">
            <a:extLst xmlns:a="http://schemas.openxmlformats.org/drawingml/2006/main">
              <a:ext uri="{FF2B5EF4-FFF2-40B4-BE49-F238E27FC236}">
                <a16:creationId xmlns:a16="http://schemas.microsoft.com/office/drawing/2014/main" id="{775E7DAF-BF53-41AC-9857-C9769776F948}"/>
              </a:ext>
            </a:extLst>
          </p:cNvPr>
          <p:cNvSpPr>
            <a:spLocks xmlns:a="http://schemas.openxmlformats.org/drawingml/2006/main" noGrp="1"/>
          </p:cNvSpPr>
          <p:nvPr/>
        </p:nvSpPr>
        <p:spPr>
          <a:xfrm xmlns:a="http://schemas.openxmlformats.org/drawingml/2006/main">
            <a:off x="3571875" y="4762500"/>
            <a:ext cx="238125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E5 Feed</a:t>
            </a:r>
          </a:p>
        </p:txBody>
      </p:sp>
      <p:sp>
        <p:nvSpPr>
          <p:cNvPr id="22" name="ClamAV / OCR">
            <a:extLst xmlns:a="http://schemas.openxmlformats.org/drawingml/2006/main">
              <a:ext uri="{FF2B5EF4-FFF2-40B4-BE49-F238E27FC236}">
                <a16:creationId xmlns:a16="http://schemas.microsoft.com/office/drawing/2014/main" id="{01A735D6-FF84-41B7-B85E-9F7D23D6A780}"/>
              </a:ext>
            </a:extLst>
          </p:cNvPr>
          <p:cNvSpPr>
            <a:spLocks xmlns:a="http://schemas.openxmlformats.org/drawingml/2006/main" noGrp="1"/>
          </p:cNvSpPr>
          <p:nvPr/>
        </p:nvSpPr>
        <p:spPr>
          <a:xfrm xmlns:a="http://schemas.openxmlformats.org/drawingml/2006/main">
            <a:off x="4638675" y="3333750"/>
            <a:ext cx="270510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ClamAV / OCR</a:t>
            </a:r>
          </a:p>
        </p:txBody>
      </p:sp>
      <p:sp>
        <p:nvSpPr>
          <p:cNvPr id="23" name="RAG-ассистент">
            <a:extLst xmlns:a="http://schemas.openxmlformats.org/drawingml/2006/main">
              <a:ext uri="{FF2B5EF4-FFF2-40B4-BE49-F238E27FC236}">
                <a16:creationId xmlns:a16="http://schemas.microsoft.com/office/drawing/2014/main" id="{0F92FE83-562C-4A16-8C7E-159E9A69516A}"/>
              </a:ext>
            </a:extLst>
          </p:cNvPr>
          <p:cNvSpPr>
            <a:spLocks xmlns:a="http://schemas.openxmlformats.org/drawingml/2006/main" noGrp="1"/>
          </p:cNvSpPr>
          <p:nvPr/>
        </p:nvSpPr>
        <p:spPr>
          <a:xfrm xmlns:a="http://schemas.openxmlformats.org/drawingml/2006/main">
            <a:off x="9144000" y="3333750"/>
            <a:ext cx="241935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RAG-ассистент</a:t>
            </a:r>
          </a:p>
        </p:txBody>
      </p:sp>
      <p:sp>
        <p:nvSpPr>
          <p:cNvPr id="24" name="Qdrant / SQLite">
            <a:extLst xmlns:a="http://schemas.openxmlformats.org/drawingml/2006/main">
              <a:ext uri="{FF2B5EF4-FFF2-40B4-BE49-F238E27FC236}">
                <a16:creationId xmlns:a16="http://schemas.microsoft.com/office/drawing/2014/main" id="{3694ACA4-3750-435B-86F3-14A4235581CD}"/>
              </a:ext>
            </a:extLst>
          </p:cNvPr>
          <p:cNvSpPr>
            <a:spLocks xmlns:a="http://schemas.openxmlformats.org/drawingml/2006/main" noGrp="1"/>
          </p:cNvSpPr>
          <p:nvPr/>
        </p:nvSpPr>
        <p:spPr>
          <a:xfrm xmlns:a="http://schemas.openxmlformats.org/drawingml/2006/main">
            <a:off x="9144000" y="4762500"/>
            <a:ext cx="241935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Qdrant / SQLite</a:t>
            </a:r>
          </a:p>
        </p:txBody>
      </p:sp>
      <p:sp>
        <p:nvSpPr>
          <p:cNvPr id="25" name="LLM · Qwen local">
            <a:extLst xmlns:a="http://schemas.openxmlformats.org/drawingml/2006/main">
              <a:ext uri="{FF2B5EF4-FFF2-40B4-BE49-F238E27FC236}">
                <a16:creationId xmlns:a16="http://schemas.microsoft.com/office/drawing/2014/main" id="{AE8D3DF9-90C9-4CD2-B5D2-038CC4A0E758}"/>
              </a:ext>
            </a:extLst>
          </p:cNvPr>
          <p:cNvSpPr>
            <a:spLocks xmlns:a="http://schemas.openxmlformats.org/drawingml/2006/main" noGrp="1"/>
          </p:cNvSpPr>
          <p:nvPr/>
        </p:nvSpPr>
        <p:spPr>
          <a:xfrm xmlns:a="http://schemas.openxmlformats.org/drawingml/2006/main">
            <a:off x="6400800" y="4762500"/>
            <a:ext cx="2305050" cy="666750"/>
          </a:xfrm>
          <a:prstGeom xmlns:a="http://schemas.openxmlformats.org/drawingml/2006/main" prst="rect">
            <a:avLst/>
          </a:prstGeom>
          <a:solidFill xmlns:a="http://schemas.openxmlformats.org/drawingml/2006/main">
            <a:srgbClr val="F4F2F0"/>
          </a:solidFill>
          <a:ln xmlns:a="http://schemas.openxmlformats.org/drawingml/2006/main" w="9525">
            <a:solidFill>
              <a:srgbClr val="D7D3D0"/>
            </a:solidFill>
          </a:ln>
        </p:spPr>
        <p:txBody>
          <a:bodyPr xmlns:a="http://schemas.openxmlformats.org/drawingml/2006/main" anchor="ctr"/>
          <a:lstStyle xmlns:a="http://schemas.openxmlformats.org/drawingml/2006/main">
            <a:defPPr algn="ctr">
              <a:defRPr sz="1800" b="1">
                <a:solidFill>
                  <a:srgbClr val="171717"/>
                </a:solidFill>
                <a:latin typeface="Arial"/>
                <a:ea typeface="Arial"/>
                <a:cs typeface="Arial"/>
              </a:defRPr>
            </a:defPPr>
            <a:lvl1pPr algn="ctr">
              <a:defRPr sz="1800" b="1">
                <a:solidFill>
                  <a:srgbClr val="171717"/>
                </a:solidFill>
                <a:latin typeface="Arial"/>
                <a:ea typeface="Arial"/>
                <a:cs typeface="Arial"/>
              </a:defRPr>
            </a:lvl1pPr>
            <a:lvl2pPr algn="ctr">
              <a:defRPr sz="1800" b="1">
                <a:solidFill>
                  <a:srgbClr val="171717"/>
                </a:solidFill>
                <a:latin typeface="Arial"/>
                <a:ea typeface="Arial"/>
                <a:cs typeface="Arial"/>
              </a:defRPr>
            </a:lvl2pPr>
            <a:lvl3pPr algn="ctr">
              <a:defRPr sz="1800" b="1">
                <a:solidFill>
                  <a:srgbClr val="171717"/>
                </a:solidFill>
                <a:latin typeface="Arial"/>
                <a:ea typeface="Arial"/>
                <a:cs typeface="Arial"/>
              </a:defRPr>
            </a:lvl3pPr>
            <a:lvl4pPr algn="ctr">
              <a:defRPr sz="1800" b="1">
                <a:solidFill>
                  <a:srgbClr val="171717"/>
                </a:solidFill>
                <a:latin typeface="Arial"/>
                <a:ea typeface="Arial"/>
                <a:cs typeface="Arial"/>
              </a:defRPr>
            </a:lvl4pPr>
            <a:lvl5pPr algn="ctr">
              <a:defRPr sz="1800" b="1">
                <a:solidFill>
                  <a:srgbClr val="171717"/>
                </a:solidFill>
                <a:latin typeface="Arial"/>
                <a:ea typeface="Arial"/>
                <a:cs typeface="Arial"/>
              </a:defRPr>
            </a:lvl5pPr>
            <a:lvl6pPr algn="ctr">
              <a:defRPr sz="1800" b="1">
                <a:solidFill>
                  <a:srgbClr val="171717"/>
                </a:solidFill>
                <a:latin typeface="Arial"/>
                <a:ea typeface="Arial"/>
                <a:cs typeface="Arial"/>
              </a:defRPr>
            </a:lvl6pPr>
            <a:lvl7pPr algn="ctr">
              <a:defRPr sz="1800" b="1">
                <a:solidFill>
                  <a:srgbClr val="171717"/>
                </a:solidFill>
                <a:latin typeface="Arial"/>
                <a:ea typeface="Arial"/>
                <a:cs typeface="Arial"/>
              </a:defRPr>
            </a:lvl7pPr>
            <a:lvl8pPr algn="ctr">
              <a:defRPr sz="1800" b="1">
                <a:solidFill>
                  <a:srgbClr val="171717"/>
                </a:solidFill>
                <a:latin typeface="Arial"/>
                <a:ea typeface="Arial"/>
                <a:cs typeface="Arial"/>
              </a:defRPr>
            </a:lvl8pPr>
            <a:lvl9pPr algn="ctr">
              <a:defRPr sz="1800" b="1">
                <a:solidFill>
                  <a:srgbClr val="171717"/>
                </a:solidFill>
                <a:latin typeface="Arial"/>
                <a:ea typeface="Arial"/>
                <a:cs typeface="Arial"/>
              </a:defRPr>
            </a:lvl9pPr>
          </a:lstStyle>
          <a:p xmlns:a="http://schemas.openxmlformats.org/drawingml/2006/main">
            <a:pPr algn="ctr">
              <a:defRPr sz="1800" b="1">
                <a:solidFill>
                  <a:srgbClr val="171717"/>
                </a:solidFill>
              </a:defRPr>
            </a:pPr>
            <a:r>
              <a:rPr sz="1800" b="1">
                <a:solidFill>
                  <a:srgbClr val="171717"/>
                </a:solidFill>
                <a:latin typeface="Arial"/>
                <a:ea typeface="Arial"/>
                <a:cs typeface="Arial"/>
              </a:rPr>
              <a:t>LLM · Qwen local</a:t>
            </a:r>
          </a:p>
        </p:txBody>
      </p:sp>
      <p:sp>
        <p:nvSpPr>
          <p:cNvPr id="26" name="Внешний доступ: сервер и ngrok. Redis / Kafka / S3 предусмотрены">
            <a:extLst xmlns:a="http://schemas.openxmlformats.org/drawingml/2006/main">
              <a:ext uri="{FF2B5EF4-FFF2-40B4-BE49-F238E27FC236}">
                <a16:creationId xmlns:a16="http://schemas.microsoft.com/office/drawing/2014/main" id="{5C22DA06-3AC8-4389-BD70-953EF92A8198}"/>
              </a:ext>
            </a:extLst>
          </p:cNvPr>
          <p:cNvSpPr>
            <a:spLocks xmlns:a="http://schemas.openxmlformats.org/drawingml/2006/main" noGrp="1"/>
          </p:cNvSpPr>
          <p:nvPr/>
        </p:nvSpPr>
        <p:spPr>
          <a:xfrm xmlns:a="http://schemas.openxmlformats.org/drawingml/2006/main">
            <a:off x="609600" y="5829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650" b="0">
                <a:solidFill>
                  <a:srgbClr val="626262"/>
                </a:solidFill>
                <a:latin typeface="Arial"/>
                <a:ea typeface="Arial"/>
                <a:cs typeface="Arial"/>
              </a:defRPr>
            </a:defPPr>
            <a:lvl1pPr algn="l">
              <a:defRPr sz="1650" b="0">
                <a:solidFill>
                  <a:srgbClr val="626262"/>
                </a:solidFill>
                <a:latin typeface="Arial"/>
                <a:ea typeface="Arial"/>
                <a:cs typeface="Arial"/>
              </a:defRPr>
            </a:lvl1pPr>
            <a:lvl2pPr algn="l">
              <a:defRPr sz="1650" b="0">
                <a:solidFill>
                  <a:srgbClr val="626262"/>
                </a:solidFill>
                <a:latin typeface="Arial"/>
                <a:ea typeface="Arial"/>
                <a:cs typeface="Arial"/>
              </a:defRPr>
            </a:lvl2pPr>
            <a:lvl3pPr algn="l">
              <a:defRPr sz="1650" b="0">
                <a:solidFill>
                  <a:srgbClr val="626262"/>
                </a:solidFill>
                <a:latin typeface="Arial"/>
                <a:ea typeface="Arial"/>
                <a:cs typeface="Arial"/>
              </a:defRPr>
            </a:lvl3pPr>
            <a:lvl4pPr algn="l">
              <a:defRPr sz="1650" b="0">
                <a:solidFill>
                  <a:srgbClr val="626262"/>
                </a:solidFill>
                <a:latin typeface="Arial"/>
                <a:ea typeface="Arial"/>
                <a:cs typeface="Arial"/>
              </a:defRPr>
            </a:lvl4pPr>
            <a:lvl5pPr algn="l">
              <a:defRPr sz="1650" b="0">
                <a:solidFill>
                  <a:srgbClr val="626262"/>
                </a:solidFill>
                <a:latin typeface="Arial"/>
                <a:ea typeface="Arial"/>
                <a:cs typeface="Arial"/>
              </a:defRPr>
            </a:lvl5pPr>
            <a:lvl6pPr algn="l">
              <a:defRPr sz="1650" b="0">
                <a:solidFill>
                  <a:srgbClr val="626262"/>
                </a:solidFill>
                <a:latin typeface="Arial"/>
                <a:ea typeface="Arial"/>
                <a:cs typeface="Arial"/>
              </a:defRPr>
            </a:lvl6pPr>
            <a:lvl7pPr algn="l">
              <a:defRPr sz="1650" b="0">
                <a:solidFill>
                  <a:srgbClr val="626262"/>
                </a:solidFill>
                <a:latin typeface="Arial"/>
                <a:ea typeface="Arial"/>
                <a:cs typeface="Arial"/>
              </a:defRPr>
            </a:lvl7pPr>
            <a:lvl8pPr algn="l">
              <a:defRPr sz="1650" b="0">
                <a:solidFill>
                  <a:srgbClr val="626262"/>
                </a:solidFill>
                <a:latin typeface="Arial"/>
                <a:ea typeface="Arial"/>
                <a:cs typeface="Arial"/>
              </a:defRPr>
            </a:lvl8pPr>
            <a:lvl9pPr algn="l">
              <a:defRPr sz="1650" b="0">
                <a:solidFill>
                  <a:srgbClr val="626262"/>
                </a:solidFill>
                <a:latin typeface="Arial"/>
                <a:ea typeface="Arial"/>
                <a:cs typeface="Arial"/>
              </a:defRPr>
            </a:lvl9pPr>
          </a:lstStyle>
          <a:p xmlns:a="http://schemas.openxmlformats.org/drawingml/2006/main">
            <a:pPr algn="l">
              <a:defRPr sz="1650" b="0">
                <a:solidFill>
                  <a:srgbClr val="626262"/>
                </a:solidFill>
              </a:defRPr>
            </a:pPr>
            <a:r>
              <a:rPr sz="1650" b="0">
                <a:solidFill>
                  <a:srgbClr val="626262"/>
                </a:solidFill>
                <a:latin typeface="Arial"/>
                <a:ea typeface="Arial"/>
                <a:cs typeface="Arial"/>
              </a:rPr>
              <a:t>Внешний доступ: сервер и ngrok. Redis / Kafka / S3 предусмотрены для развития</a:t>
            </a:r>
          </a:p>
        </p:txBody>
      </p:sp>
    </p:spTree>
    <p:extLst>
      <p:ext uri="{BB962C8B-B14F-4D97-AF65-F5344CB8AC3E}">
        <p14:creationId xmlns:p14="http://schemas.microsoft.com/office/powerpoint/2010/main" val="187555944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АЛЬФА ХАК 2026">
            <a:extLst xmlns:a="http://schemas.openxmlformats.org/drawingml/2006/main">
              <a:ext uri="{FF2B5EF4-FFF2-40B4-BE49-F238E27FC236}">
                <a16:creationId xmlns:a16="http://schemas.microsoft.com/office/drawing/2014/main" id="{B9CDB82E-4AE9-474D-850E-F94E5AC78010}"/>
              </a:ext>
            </a:extLst>
          </p:cNvPr>
          <p:cNvSpPr>
            <a:spLocks xmlns:a="http://schemas.openxmlformats.org/drawingml/2006/main" noGrp="1"/>
          </p:cNvSpPr>
          <p:nvPr/>
        </p:nvSpPr>
        <p:spPr>
          <a:xfrm xmlns:a="http://schemas.openxmlformats.org/drawingml/2006/main">
            <a:off x="533400" y="2476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a:solidFill>
                  <a:srgbClr val="F52B22"/>
                </a:solidFill>
                <a:latin typeface="Arial"/>
                <a:ea typeface="Arial"/>
                <a:cs typeface="Arial"/>
              </a:defRPr>
            </a:defPPr>
            <a:lvl1pPr algn="l">
              <a:defRPr sz="975" b="1">
                <a:solidFill>
                  <a:srgbClr val="F52B22"/>
                </a:solidFill>
                <a:latin typeface="Arial"/>
                <a:ea typeface="Arial"/>
                <a:cs typeface="Arial"/>
              </a:defRPr>
            </a:lvl1pPr>
            <a:lvl2pPr algn="l">
              <a:defRPr sz="975" b="1">
                <a:solidFill>
                  <a:srgbClr val="F52B22"/>
                </a:solidFill>
                <a:latin typeface="Arial"/>
                <a:ea typeface="Arial"/>
                <a:cs typeface="Arial"/>
              </a:defRPr>
            </a:lvl2pPr>
            <a:lvl3pPr algn="l">
              <a:defRPr sz="975" b="1">
                <a:solidFill>
                  <a:srgbClr val="F52B22"/>
                </a:solidFill>
                <a:latin typeface="Arial"/>
                <a:ea typeface="Arial"/>
                <a:cs typeface="Arial"/>
              </a:defRPr>
            </a:lvl3pPr>
            <a:lvl4pPr algn="l">
              <a:defRPr sz="975" b="1">
                <a:solidFill>
                  <a:srgbClr val="F52B22"/>
                </a:solidFill>
                <a:latin typeface="Arial"/>
                <a:ea typeface="Arial"/>
                <a:cs typeface="Arial"/>
              </a:defRPr>
            </a:lvl4pPr>
            <a:lvl5pPr algn="l">
              <a:defRPr sz="975" b="1">
                <a:solidFill>
                  <a:srgbClr val="F52B22"/>
                </a:solidFill>
                <a:latin typeface="Arial"/>
                <a:ea typeface="Arial"/>
                <a:cs typeface="Arial"/>
              </a:defRPr>
            </a:lvl5pPr>
            <a:lvl6pPr algn="l">
              <a:defRPr sz="975" b="1">
                <a:solidFill>
                  <a:srgbClr val="F52B22"/>
                </a:solidFill>
                <a:latin typeface="Arial"/>
                <a:ea typeface="Arial"/>
                <a:cs typeface="Arial"/>
              </a:defRPr>
            </a:lvl6pPr>
            <a:lvl7pPr algn="l">
              <a:defRPr sz="975" b="1">
                <a:solidFill>
                  <a:srgbClr val="F52B22"/>
                </a:solidFill>
                <a:latin typeface="Arial"/>
                <a:ea typeface="Arial"/>
                <a:cs typeface="Arial"/>
              </a:defRPr>
            </a:lvl7pPr>
            <a:lvl8pPr algn="l">
              <a:defRPr sz="975" b="1">
                <a:solidFill>
                  <a:srgbClr val="F52B22"/>
                </a:solidFill>
                <a:latin typeface="Arial"/>
                <a:ea typeface="Arial"/>
                <a:cs typeface="Arial"/>
              </a:defRPr>
            </a:lvl8pPr>
            <a:lvl9pPr algn="l">
              <a:defRPr sz="975" b="1">
                <a:solidFill>
                  <a:srgbClr val="F52B22"/>
                </a:solidFill>
                <a:latin typeface="Arial"/>
                <a:ea typeface="Arial"/>
                <a:cs typeface="Arial"/>
              </a:defRPr>
            </a:lvl9pPr>
          </a:lstStyle>
          <a:p xmlns:a="http://schemas.openxmlformats.org/drawingml/2006/main">
            <a:pPr algn="l">
              <a:defRPr sz="975" b="1">
                <a:solidFill>
                  <a:srgbClr val="F52B22"/>
                </a:solidFill>
              </a:defRPr>
            </a:pPr>
            <a:r>
              <a:rPr sz="975" b="1">
                <a:solidFill>
                  <a:srgbClr val="F52B22"/>
                </a:solidFill>
                <a:latin typeface="Arial"/>
                <a:ea typeface="Arial"/>
                <a:cs typeface="Arial"/>
              </a:rPr>
              <a:t>АЛЬФА ХАК 2026</a:t>
            </a:r>
          </a:p>
        </p:txBody>
      </p:sp>
      <p:sp>
        <p:nvSpPr>
          <p:cNvPr id="3" name="Технологии банковского внедрения">
            <a:extLst xmlns:a="http://schemas.openxmlformats.org/drawingml/2006/main">
              <a:ext uri="{FF2B5EF4-FFF2-40B4-BE49-F238E27FC236}">
                <a16:creationId xmlns:a16="http://schemas.microsoft.com/office/drawing/2014/main" id="{47E8783C-0C2A-4AAE-B36E-9254066EE371}"/>
              </a:ext>
            </a:extLst>
          </p:cNvPr>
          <p:cNvSpPr>
            <a:spLocks xmlns:a="http://schemas.openxmlformats.org/drawingml/2006/main" noGrp="1"/>
          </p:cNvSpPr>
          <p:nvPr/>
        </p:nvSpPr>
        <p:spPr>
          <a:xfrm xmlns:a="http://schemas.openxmlformats.org/drawingml/2006/main">
            <a:off x="533400" y="666750"/>
            <a:ext cx="11125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675" b="1">
                <a:solidFill>
                  <a:srgbClr val="171717"/>
                </a:solidFill>
                <a:latin typeface="Arial"/>
                <a:ea typeface="Arial"/>
                <a:cs typeface="Arial"/>
              </a:defRPr>
            </a:defPPr>
            <a:lvl1pPr algn="l">
              <a:defRPr sz="3675" b="1">
                <a:solidFill>
                  <a:srgbClr val="171717"/>
                </a:solidFill>
                <a:latin typeface="Arial"/>
                <a:ea typeface="Arial"/>
                <a:cs typeface="Arial"/>
              </a:defRPr>
            </a:lvl1pPr>
            <a:lvl2pPr algn="l">
              <a:defRPr sz="3675" b="1">
                <a:solidFill>
                  <a:srgbClr val="171717"/>
                </a:solidFill>
                <a:latin typeface="Arial"/>
                <a:ea typeface="Arial"/>
                <a:cs typeface="Arial"/>
              </a:defRPr>
            </a:lvl2pPr>
            <a:lvl3pPr algn="l">
              <a:defRPr sz="3675" b="1">
                <a:solidFill>
                  <a:srgbClr val="171717"/>
                </a:solidFill>
                <a:latin typeface="Arial"/>
                <a:ea typeface="Arial"/>
                <a:cs typeface="Arial"/>
              </a:defRPr>
            </a:lvl3pPr>
            <a:lvl4pPr algn="l">
              <a:defRPr sz="3675" b="1">
                <a:solidFill>
                  <a:srgbClr val="171717"/>
                </a:solidFill>
                <a:latin typeface="Arial"/>
                <a:ea typeface="Arial"/>
                <a:cs typeface="Arial"/>
              </a:defRPr>
            </a:lvl4pPr>
            <a:lvl5pPr algn="l">
              <a:defRPr sz="3675" b="1">
                <a:solidFill>
                  <a:srgbClr val="171717"/>
                </a:solidFill>
                <a:latin typeface="Arial"/>
                <a:ea typeface="Arial"/>
                <a:cs typeface="Arial"/>
              </a:defRPr>
            </a:lvl5pPr>
            <a:lvl6pPr algn="l">
              <a:defRPr sz="3675" b="1">
                <a:solidFill>
                  <a:srgbClr val="171717"/>
                </a:solidFill>
                <a:latin typeface="Arial"/>
                <a:ea typeface="Arial"/>
                <a:cs typeface="Arial"/>
              </a:defRPr>
            </a:lvl6pPr>
            <a:lvl7pPr algn="l">
              <a:defRPr sz="3675" b="1">
                <a:solidFill>
                  <a:srgbClr val="171717"/>
                </a:solidFill>
                <a:latin typeface="Arial"/>
                <a:ea typeface="Arial"/>
                <a:cs typeface="Arial"/>
              </a:defRPr>
            </a:lvl7pPr>
            <a:lvl8pPr algn="l">
              <a:defRPr sz="3675" b="1">
                <a:solidFill>
                  <a:srgbClr val="171717"/>
                </a:solidFill>
                <a:latin typeface="Arial"/>
                <a:ea typeface="Arial"/>
                <a:cs typeface="Arial"/>
              </a:defRPr>
            </a:lvl8pPr>
            <a:lvl9pPr algn="l">
              <a:defRPr sz="3675" b="1">
                <a:solidFill>
                  <a:srgbClr val="171717"/>
                </a:solidFill>
                <a:latin typeface="Arial"/>
                <a:ea typeface="Arial"/>
                <a:cs typeface="Arial"/>
              </a:defRPr>
            </a:lvl9pPr>
          </a:lstStyle>
          <a:p xmlns:a="http://schemas.openxmlformats.org/drawingml/2006/main">
            <a:pPr algn="l">
              <a:defRPr sz="3675" b="1">
                <a:solidFill>
                  <a:srgbClr val="171717"/>
                </a:solidFill>
              </a:defRPr>
            </a:pPr>
            <a:r>
              <a:rPr sz="3675" b="1">
                <a:solidFill>
                  <a:srgbClr val="171717"/>
                </a:solidFill>
                <a:latin typeface="Arial"/>
                <a:ea typeface="Arial"/>
                <a:cs typeface="Arial"/>
              </a:rPr>
              <a:t>Технологии банковского внедрения</a:t>
            </a:r>
          </a:p>
        </p:txBody>
      </p:sp>
      <p:sp>
        <p:nvSpPr>
          <p:cNvPr id="4" name="Поток / Gambit_Yvaga">
            <a:extLst xmlns:a="http://schemas.openxmlformats.org/drawingml/2006/main">
              <a:ext uri="{FF2B5EF4-FFF2-40B4-BE49-F238E27FC236}">
                <a16:creationId xmlns:a16="http://schemas.microsoft.com/office/drawing/2014/main" id="{73C9F796-2583-4813-8C17-E65D2A9C1BC6}"/>
              </a:ext>
            </a:extLst>
          </p:cNvPr>
          <p:cNvSpPr>
            <a:spLocks xmlns:a="http://schemas.openxmlformats.org/drawingml/2006/main" noGrp="1"/>
          </p:cNvSpPr>
          <p:nvPr/>
        </p:nvSpPr>
        <p:spPr>
          <a:xfrm xmlns:a="http://schemas.openxmlformats.org/drawingml/2006/main">
            <a:off x="533400" y="6457950"/>
            <a:ext cx="685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a:solidFill>
                  <a:srgbClr val="626262"/>
                </a:solidFill>
                <a:latin typeface="Arial"/>
                <a:ea typeface="Arial"/>
                <a:cs typeface="Arial"/>
              </a:defRPr>
            </a:defPPr>
            <a:lvl1pPr algn="l">
              <a:defRPr sz="1125" b="0">
                <a:solidFill>
                  <a:srgbClr val="626262"/>
                </a:solidFill>
                <a:latin typeface="Arial"/>
                <a:ea typeface="Arial"/>
                <a:cs typeface="Arial"/>
              </a:defRPr>
            </a:lvl1pPr>
            <a:lvl2pPr algn="l">
              <a:defRPr sz="1125" b="0">
                <a:solidFill>
                  <a:srgbClr val="626262"/>
                </a:solidFill>
                <a:latin typeface="Arial"/>
                <a:ea typeface="Arial"/>
                <a:cs typeface="Arial"/>
              </a:defRPr>
            </a:lvl2pPr>
            <a:lvl3pPr algn="l">
              <a:defRPr sz="1125" b="0">
                <a:solidFill>
                  <a:srgbClr val="626262"/>
                </a:solidFill>
                <a:latin typeface="Arial"/>
                <a:ea typeface="Arial"/>
                <a:cs typeface="Arial"/>
              </a:defRPr>
            </a:lvl3pPr>
            <a:lvl4pPr algn="l">
              <a:defRPr sz="1125" b="0">
                <a:solidFill>
                  <a:srgbClr val="626262"/>
                </a:solidFill>
                <a:latin typeface="Arial"/>
                <a:ea typeface="Arial"/>
                <a:cs typeface="Arial"/>
              </a:defRPr>
            </a:lvl4pPr>
            <a:lvl5pPr algn="l">
              <a:defRPr sz="1125" b="0">
                <a:solidFill>
                  <a:srgbClr val="626262"/>
                </a:solidFill>
                <a:latin typeface="Arial"/>
                <a:ea typeface="Arial"/>
                <a:cs typeface="Arial"/>
              </a:defRPr>
            </a:lvl5pPr>
            <a:lvl6pPr algn="l">
              <a:defRPr sz="1125" b="0">
                <a:solidFill>
                  <a:srgbClr val="626262"/>
                </a:solidFill>
                <a:latin typeface="Arial"/>
                <a:ea typeface="Arial"/>
                <a:cs typeface="Arial"/>
              </a:defRPr>
            </a:lvl6pPr>
            <a:lvl7pPr algn="l">
              <a:defRPr sz="1125" b="0">
                <a:solidFill>
                  <a:srgbClr val="626262"/>
                </a:solidFill>
                <a:latin typeface="Arial"/>
                <a:ea typeface="Arial"/>
                <a:cs typeface="Arial"/>
              </a:defRPr>
            </a:lvl7pPr>
            <a:lvl8pPr algn="l">
              <a:defRPr sz="1125" b="0">
                <a:solidFill>
                  <a:srgbClr val="626262"/>
                </a:solidFill>
                <a:latin typeface="Arial"/>
                <a:ea typeface="Arial"/>
                <a:cs typeface="Arial"/>
              </a:defRPr>
            </a:lvl8pPr>
            <a:lvl9pPr algn="l">
              <a:defRPr sz="1125" b="0">
                <a:solidFill>
                  <a:srgbClr val="626262"/>
                </a:solidFill>
                <a:latin typeface="Arial"/>
                <a:ea typeface="Arial"/>
                <a:cs typeface="Arial"/>
              </a:defRPr>
            </a:lvl9pPr>
          </a:lstStyle>
          <a:p xmlns:a="http://schemas.openxmlformats.org/drawingml/2006/main">
            <a:pPr algn="l">
              <a:defRPr sz="1125" b="0">
                <a:solidFill>
                  <a:srgbClr val="626262"/>
                </a:solidFill>
              </a:defRPr>
            </a:pPr>
            <a:r>
              <a:rPr sz="1125" b="0">
                <a:solidFill>
                  <a:srgbClr val="626262"/>
                </a:solidFill>
                <a:latin typeface="Arial"/>
                <a:ea typeface="Arial"/>
                <a:cs typeface="Arial"/>
              </a:rPr>
              <a:t>Поток / Gambit_Yvaga</a:t>
            </a:r>
          </a:p>
        </p:txBody>
      </p:sp>
      <p:sp>
        <p:nvSpPr>
          <p:cNvPr id="5" name="11">
            <a:extLst xmlns:a="http://schemas.openxmlformats.org/drawingml/2006/main">
              <a:ext uri="{FF2B5EF4-FFF2-40B4-BE49-F238E27FC236}">
                <a16:creationId xmlns:a16="http://schemas.microsoft.com/office/drawing/2014/main" id="{EF206FE5-ADC4-4A27-9AF9-BEF2E5453DF5}"/>
              </a:ext>
            </a:extLst>
          </p:cNvPr>
          <p:cNvSpPr>
            <a:spLocks xmlns:a="http://schemas.openxmlformats.org/drawingml/2006/main" noGrp="1"/>
          </p:cNvSpPr>
          <p:nvPr/>
        </p:nvSpPr>
        <p:spPr>
          <a:xfrm xmlns:a="http://schemas.openxmlformats.org/drawingml/2006/main">
            <a:off x="11029950" y="64579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1125" b="0">
                <a:solidFill>
                  <a:srgbClr val="626262"/>
                </a:solidFill>
                <a:latin typeface="Arial"/>
                <a:ea typeface="Arial"/>
                <a:cs typeface="Arial"/>
              </a:defRPr>
            </a:defPPr>
            <a:lvl1pPr algn="r">
              <a:defRPr sz="1125" b="0">
                <a:solidFill>
                  <a:srgbClr val="626262"/>
                </a:solidFill>
                <a:latin typeface="Arial"/>
                <a:ea typeface="Arial"/>
                <a:cs typeface="Arial"/>
              </a:defRPr>
            </a:lvl1pPr>
            <a:lvl2pPr algn="r">
              <a:defRPr sz="1125" b="0">
                <a:solidFill>
                  <a:srgbClr val="626262"/>
                </a:solidFill>
                <a:latin typeface="Arial"/>
                <a:ea typeface="Arial"/>
                <a:cs typeface="Arial"/>
              </a:defRPr>
            </a:lvl2pPr>
            <a:lvl3pPr algn="r">
              <a:defRPr sz="1125" b="0">
                <a:solidFill>
                  <a:srgbClr val="626262"/>
                </a:solidFill>
                <a:latin typeface="Arial"/>
                <a:ea typeface="Arial"/>
                <a:cs typeface="Arial"/>
              </a:defRPr>
            </a:lvl3pPr>
            <a:lvl4pPr algn="r">
              <a:defRPr sz="1125" b="0">
                <a:solidFill>
                  <a:srgbClr val="626262"/>
                </a:solidFill>
                <a:latin typeface="Arial"/>
                <a:ea typeface="Arial"/>
                <a:cs typeface="Arial"/>
              </a:defRPr>
            </a:lvl4pPr>
            <a:lvl5pPr algn="r">
              <a:defRPr sz="1125" b="0">
                <a:solidFill>
                  <a:srgbClr val="626262"/>
                </a:solidFill>
                <a:latin typeface="Arial"/>
                <a:ea typeface="Arial"/>
                <a:cs typeface="Arial"/>
              </a:defRPr>
            </a:lvl5pPr>
            <a:lvl6pPr algn="r">
              <a:defRPr sz="1125" b="0">
                <a:solidFill>
                  <a:srgbClr val="626262"/>
                </a:solidFill>
                <a:latin typeface="Arial"/>
                <a:ea typeface="Arial"/>
                <a:cs typeface="Arial"/>
              </a:defRPr>
            </a:lvl6pPr>
            <a:lvl7pPr algn="r">
              <a:defRPr sz="1125" b="0">
                <a:solidFill>
                  <a:srgbClr val="626262"/>
                </a:solidFill>
                <a:latin typeface="Arial"/>
                <a:ea typeface="Arial"/>
                <a:cs typeface="Arial"/>
              </a:defRPr>
            </a:lvl7pPr>
            <a:lvl8pPr algn="r">
              <a:defRPr sz="1125" b="0">
                <a:solidFill>
                  <a:srgbClr val="626262"/>
                </a:solidFill>
                <a:latin typeface="Arial"/>
                <a:ea typeface="Arial"/>
                <a:cs typeface="Arial"/>
              </a:defRPr>
            </a:lvl8pPr>
            <a:lvl9pPr algn="r">
              <a:defRPr sz="1125" b="0">
                <a:solidFill>
                  <a:srgbClr val="626262"/>
                </a:solidFill>
                <a:latin typeface="Arial"/>
                <a:ea typeface="Arial"/>
                <a:cs typeface="Arial"/>
              </a:defRPr>
            </a:lvl9pPr>
          </a:lstStyle>
          <a:p xmlns:a="http://schemas.openxmlformats.org/drawingml/2006/main">
            <a:pPr algn="r">
              <a:defRPr sz="1125" b="0">
                <a:solidFill>
                  <a:srgbClr val="626262"/>
                </a:solidFill>
              </a:defRPr>
            </a:pPr>
            <a:r>
              <a:rPr sz="1125" b="0">
                <a:solidFill>
                  <a:srgbClr val="626262"/>
                </a:solidFill>
                <a:latin typeface="Arial"/>
                <a:ea typeface="Arial"/>
                <a:cs typeface="Arial"/>
              </a:rPr>
              <a:t>11</a:t>
            </a:r>
          </a:p>
        </p:txBody>
      </p:sp>
      <p:sp>
        <p:nvSpPr>
          <p:cNvPr id="6" name="Конкретные изменения инфраструктуры и AI, которые требуют отдель">
            <a:extLst xmlns:a="http://schemas.openxmlformats.org/drawingml/2006/main">
              <a:ext uri="{FF2B5EF4-FFF2-40B4-BE49-F238E27FC236}">
                <a16:creationId xmlns:a16="http://schemas.microsoft.com/office/drawing/2014/main" id="{C395B81C-E888-4833-93A6-CF9D0DA01936}"/>
              </a:ext>
            </a:extLst>
          </p:cNvPr>
          <p:cNvSpPr>
            <a:spLocks xmlns:a="http://schemas.openxmlformats.org/drawingml/2006/main" noGrp="1"/>
          </p:cNvSpPr>
          <p:nvPr/>
        </p:nvSpPr>
        <p:spPr>
          <a:xfrm xmlns:a="http://schemas.openxmlformats.org/drawingml/2006/main">
            <a:off x="533400" y="1428750"/>
            <a:ext cx="1112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725" b="0">
                <a:solidFill>
                  <a:srgbClr val="626262"/>
                </a:solidFill>
                <a:latin typeface="Arial"/>
                <a:ea typeface="Arial"/>
                <a:cs typeface="Arial"/>
              </a:defRPr>
            </a:defPPr>
            <a:lvl1pPr algn="l">
              <a:defRPr sz="1725" b="0">
                <a:solidFill>
                  <a:srgbClr val="626262"/>
                </a:solidFill>
                <a:latin typeface="Arial"/>
                <a:ea typeface="Arial"/>
                <a:cs typeface="Arial"/>
              </a:defRPr>
            </a:lvl1pPr>
            <a:lvl2pPr algn="l">
              <a:defRPr sz="1725" b="0">
                <a:solidFill>
                  <a:srgbClr val="626262"/>
                </a:solidFill>
                <a:latin typeface="Arial"/>
                <a:ea typeface="Arial"/>
                <a:cs typeface="Arial"/>
              </a:defRPr>
            </a:lvl2pPr>
            <a:lvl3pPr algn="l">
              <a:defRPr sz="1725" b="0">
                <a:solidFill>
                  <a:srgbClr val="626262"/>
                </a:solidFill>
                <a:latin typeface="Arial"/>
                <a:ea typeface="Arial"/>
                <a:cs typeface="Arial"/>
              </a:defRPr>
            </a:lvl3pPr>
            <a:lvl4pPr algn="l">
              <a:defRPr sz="1725" b="0">
                <a:solidFill>
                  <a:srgbClr val="626262"/>
                </a:solidFill>
                <a:latin typeface="Arial"/>
                <a:ea typeface="Arial"/>
                <a:cs typeface="Arial"/>
              </a:defRPr>
            </a:lvl4pPr>
            <a:lvl5pPr algn="l">
              <a:defRPr sz="1725" b="0">
                <a:solidFill>
                  <a:srgbClr val="626262"/>
                </a:solidFill>
                <a:latin typeface="Arial"/>
                <a:ea typeface="Arial"/>
                <a:cs typeface="Arial"/>
              </a:defRPr>
            </a:lvl5pPr>
            <a:lvl6pPr algn="l">
              <a:defRPr sz="1725" b="0">
                <a:solidFill>
                  <a:srgbClr val="626262"/>
                </a:solidFill>
                <a:latin typeface="Arial"/>
                <a:ea typeface="Arial"/>
                <a:cs typeface="Arial"/>
              </a:defRPr>
            </a:lvl6pPr>
            <a:lvl7pPr algn="l">
              <a:defRPr sz="1725" b="0">
                <a:solidFill>
                  <a:srgbClr val="626262"/>
                </a:solidFill>
                <a:latin typeface="Arial"/>
                <a:ea typeface="Arial"/>
                <a:cs typeface="Arial"/>
              </a:defRPr>
            </a:lvl7pPr>
            <a:lvl8pPr algn="l">
              <a:defRPr sz="1725" b="0">
                <a:solidFill>
                  <a:srgbClr val="626262"/>
                </a:solidFill>
                <a:latin typeface="Arial"/>
                <a:ea typeface="Arial"/>
                <a:cs typeface="Arial"/>
              </a:defRPr>
            </a:lvl8pPr>
            <a:lvl9pPr algn="l">
              <a:defRPr sz="1725" b="0">
                <a:solidFill>
                  <a:srgbClr val="626262"/>
                </a:solidFill>
                <a:latin typeface="Arial"/>
                <a:ea typeface="Arial"/>
                <a:cs typeface="Arial"/>
              </a:defRPr>
            </a:lvl9pPr>
          </a:lstStyle>
          <a:p xmlns:a="http://schemas.openxmlformats.org/drawingml/2006/main">
            <a:pPr algn="l">
              <a:defRPr sz="1725" b="0">
                <a:solidFill>
                  <a:srgbClr val="626262"/>
                </a:solidFill>
              </a:defRPr>
            </a:pPr>
            <a:r>
              <a:rPr sz="1725" b="0">
                <a:solidFill>
                  <a:srgbClr val="626262"/>
                </a:solidFill>
                <a:latin typeface="Arial"/>
                <a:ea typeface="Arial"/>
                <a:cs typeface="Arial"/>
              </a:rPr>
              <a:t>Конкретные изменения инфраструктуры и AI, которые требуют отдельного внедрения</a:t>
            </a:r>
          </a:p>
        </p:txBody>
      </p:sp>
      <p:graphicFrame>
        <p:nvGraphicFramePr>
          <p:cNvPr id="7" name="">
            <a:extLst xmlns:a="http://schemas.openxmlformats.org/drawingml/2006/main">
              <a:ext uri="{FF2B5EF4-FFF2-40B4-BE49-F238E27FC236}">
                <a16:creationId xmlns:a16="http://schemas.microsoft.com/office/drawing/2014/main" id="{92518BB1-C03F-427F-96F3-B4A9403BE47A}"/>
              </a:ext>
            </a:extLst>
          </p:cNvPr>
          <p:cNvGraphicFramePr/>
          <p:nvPr/>
        </p:nvGraphicFramePr>
        <p:xfrm>
          <a:off xmlns:a="http://schemas.openxmlformats.org/drawingml/2006/main" x="533400" y="2000250"/>
          <a:ext xmlns:a="http://schemas.openxmlformats.org/drawingml/2006/main" cx="11125200" cy="3467100"/>
        </p:xfrm>
        <a:graphic xmlns:a="http://schemas.openxmlformats.org/drawingml/2006/main">
          <a:graphicData uri="http://schemas.openxmlformats.org/drawingml/2006/table">
            <a:tbl>
              <a:tblPr/>
              <a:tblGrid>
                <a:gridCol w="2381250"/>
                <a:gridCol w="3105150"/>
                <a:gridCol w="5638800"/>
              </a:tblGrid>
              <a:tr h="495300">
                <a:tc>
                  <a:txBody>
                    <a:bodyPr/>
                    <a:lstStyle/>
                    <a:p>
                      <a:pPr algn="l"/>
                      <a:r>
                        <a:rPr sz="1725" b="1">
                          <a:solidFill>
                            <a:srgbClr val="FFFFFF"/>
                          </a:solidFill>
                          <a:latin typeface="Arial"/>
                          <a:ea typeface="Arial"/>
                          <a:cs typeface="Arial"/>
                        </a:rPr>
                        <a:t>Слой</a:t>
                      </a:r>
                    </a:p>
                  </a:txBody>
                  <a:tcPr marL="91440" marR="91440" marT="45720" marB="45720" anchor="ctr">
                    <a:lnL w="4763">
                      <a:solidFill>
                        <a:srgbClr val="D7D3D0"/>
                      </a:solidFill>
                      <a:prstDash val="solid"/>
                    </a:lnL>
                    <a:lnR w="4763">
                      <a:solidFill>
                        <a:srgbClr val="D7D3D0"/>
                      </a:solidFill>
                      <a:prstDash val="solid"/>
                    </a:lnR>
                    <a:lnT w="4763">
                      <a:solidFill>
                        <a:srgbClr val="D7D3D0"/>
                      </a:solidFill>
                      <a:prstDash val="solid"/>
                    </a:lnT>
                    <a:lnB w="4763">
                      <a:solidFill>
                        <a:srgbClr val="D7D3D0"/>
                      </a:solidFill>
                      <a:prstDash val="solid"/>
                    </a:lnB>
                    <a:solidFill>
                      <a:srgbClr val="F52B22"/>
                    </a:solidFill>
                  </a:tcPr>
                </a:tc>
                <a:tc>
                  <a:txBody>
                    <a:bodyPr/>
                    <a:lstStyle/>
                    <a:p>
                      <a:pPr algn="ctr"/>
                      <a:r>
                        <a:rPr sz="1725" b="1">
                          <a:solidFill>
                            <a:srgbClr val="FFFFFF"/>
                          </a:solidFill>
                          <a:latin typeface="Arial"/>
                          <a:ea typeface="Arial"/>
                          <a:cs typeface="Arial"/>
                        </a:rPr>
                        <a:t>Сейчас</a:t>
                      </a:r>
                    </a:p>
                  </a:txBody>
                  <a:tcPr marL="91440" marR="91440" marT="45720" marB="45720" anchor="ctr">
                    <a:lnR w="4763">
                      <a:solidFill>
                        <a:srgbClr val="D7D3D0"/>
                      </a:solidFill>
                      <a:prstDash val="solid"/>
                    </a:lnR>
                    <a:lnT w="4763">
                      <a:solidFill>
                        <a:srgbClr val="D7D3D0"/>
                      </a:solidFill>
                      <a:prstDash val="solid"/>
                    </a:lnT>
                    <a:lnB w="4763">
                      <a:solidFill>
                        <a:srgbClr val="D7D3D0"/>
                      </a:solidFill>
                      <a:prstDash val="solid"/>
                    </a:lnB>
                    <a:solidFill>
                      <a:srgbClr val="F52B22"/>
                    </a:solidFill>
                  </a:tcPr>
                </a:tc>
                <a:tc>
                  <a:txBody>
                    <a:bodyPr/>
                    <a:lstStyle/>
                    <a:p>
                      <a:pPr algn="ctr"/>
                      <a:r>
                        <a:rPr sz="1725" b="1">
                          <a:solidFill>
                            <a:srgbClr val="FFFFFF"/>
                          </a:solidFill>
                          <a:latin typeface="Arial"/>
                          <a:ea typeface="Arial"/>
                          <a:cs typeface="Arial"/>
                        </a:rPr>
                        <a:t>Кандидат для банковского контура</a:t>
                      </a:r>
                    </a:p>
                  </a:txBody>
                  <a:tcPr marL="91440" marR="91440" marT="45720" marB="45720" anchor="ctr">
                    <a:lnR w="4763">
                      <a:solidFill>
                        <a:srgbClr val="D7D3D0"/>
                      </a:solidFill>
                      <a:prstDash val="solid"/>
                    </a:lnR>
                    <a:lnT w="4763">
                      <a:solidFill>
                        <a:srgbClr val="D7D3D0"/>
                      </a:solidFill>
                      <a:prstDash val="solid"/>
                    </a:lnT>
                    <a:lnB w="4763">
                      <a:solidFill>
                        <a:srgbClr val="D7D3D0"/>
                      </a:solidFill>
                      <a:prstDash val="solid"/>
                    </a:lnB>
                    <a:solidFill>
                      <a:srgbClr val="F52B22"/>
                    </a:solidFill>
                  </a:tcPr>
                </a:tc>
              </a:tr>
              <a:tr h="495300">
                <a:tc>
                  <a:txBody>
                    <a:bodyPr/>
                    <a:lstStyle/>
                    <a:p>
                      <a:pPr algn="l"/>
                      <a:r>
                        <a:rPr sz="1725" b="1">
                          <a:solidFill>
                            <a:srgbClr val="171717"/>
                          </a:solidFill>
                          <a:latin typeface="Arial"/>
                          <a:ea typeface="Arial"/>
                          <a:cs typeface="Arial"/>
                        </a:rPr>
                        <a:t>LLM</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FFFFF"/>
                    </a:solidFill>
                  </a:tcPr>
                </a:tc>
                <a:tc>
                  <a:txBody>
                    <a:bodyPr/>
                    <a:lstStyle/>
                    <a:p>
                      <a:pPr algn="ctr"/>
                      <a:r>
                        <a:rPr sz="1725" b="0">
                          <a:solidFill>
                            <a:srgbClr val="171717"/>
                          </a:solidFill>
                          <a:latin typeface="Arial"/>
                          <a:ea typeface="Arial"/>
                          <a:cs typeface="Arial"/>
                        </a:rPr>
                        <a:t>Qwen2.5 3B / Ollama</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725" b="0">
                          <a:solidFill>
                            <a:srgbClr val="171717"/>
                          </a:solidFill>
                          <a:latin typeface="Arial"/>
                          <a:ea typeface="Arial"/>
                          <a:cs typeface="Arial"/>
                        </a:rPr>
                        <a:t>Qwen3-32B / vLLM / GPU</a:t>
                      </a:r>
                    </a:p>
                  </a:txBody>
                  <a:tcPr marL="91440" marR="91440" marT="45720" marB="45720" anchor="ctr">
                    <a:lnR w="4763">
                      <a:solidFill>
                        <a:srgbClr val="D7D3D0"/>
                      </a:solidFill>
                      <a:prstDash val="solid"/>
                    </a:lnR>
                    <a:lnB w="4763">
                      <a:solidFill>
                        <a:srgbClr val="D7D3D0"/>
                      </a:solidFill>
                      <a:prstDash val="solid"/>
                    </a:lnB>
                    <a:solidFill>
                      <a:srgbClr val="FFFFFF"/>
                    </a:solidFill>
                  </a:tcPr>
                </a:tc>
              </a:tr>
              <a:tr h="495300">
                <a:tc>
                  <a:txBody>
                    <a:bodyPr/>
                    <a:lstStyle/>
                    <a:p>
                      <a:pPr algn="l"/>
                      <a:r>
                        <a:rPr sz="1725" b="1">
                          <a:solidFill>
                            <a:srgbClr val="171717"/>
                          </a:solidFill>
                          <a:latin typeface="Arial"/>
                          <a:ea typeface="Arial"/>
                          <a:cs typeface="Arial"/>
                        </a:rPr>
                        <a:t>Данные</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4F2F0"/>
                    </a:solidFill>
                  </a:tcPr>
                </a:tc>
                <a:tc>
                  <a:txBody>
                    <a:bodyPr/>
                    <a:lstStyle/>
                    <a:p>
                      <a:pPr algn="ctr"/>
                      <a:r>
                        <a:rPr sz="1725" b="0">
                          <a:solidFill>
                            <a:srgbClr val="171717"/>
                          </a:solidFill>
                          <a:latin typeface="Arial"/>
                          <a:ea typeface="Arial"/>
                          <a:cs typeface="Arial"/>
                        </a:rPr>
                        <a:t>Одиночный PostgreSQL</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725" b="0">
                          <a:solidFill>
                            <a:srgbClr val="171717"/>
                          </a:solidFill>
                          <a:latin typeface="Arial"/>
                          <a:ea typeface="Arial"/>
                          <a:cs typeface="Arial"/>
                        </a:rPr>
                        <a:t>PostgreSQL / Patroni / pgBackRest</a:t>
                      </a:r>
                    </a:p>
                  </a:txBody>
                  <a:tcPr marL="91440" marR="91440" marT="45720" marB="45720" anchor="ctr">
                    <a:lnR w="4763">
                      <a:solidFill>
                        <a:srgbClr val="D7D3D0"/>
                      </a:solidFill>
                      <a:prstDash val="solid"/>
                    </a:lnR>
                    <a:lnB w="4763">
                      <a:solidFill>
                        <a:srgbClr val="D7D3D0"/>
                      </a:solidFill>
                      <a:prstDash val="solid"/>
                    </a:lnB>
                    <a:solidFill>
                      <a:srgbClr val="F4F2F0"/>
                    </a:solidFill>
                  </a:tcPr>
                </a:tc>
              </a:tr>
              <a:tr h="495300">
                <a:tc>
                  <a:txBody>
                    <a:bodyPr/>
                    <a:lstStyle/>
                    <a:p>
                      <a:pPr algn="l"/>
                      <a:r>
                        <a:rPr sz="1725" b="1">
                          <a:solidFill>
                            <a:srgbClr val="171717"/>
                          </a:solidFill>
                          <a:latin typeface="Arial"/>
                          <a:ea typeface="Arial"/>
                          <a:cs typeface="Arial"/>
                        </a:rPr>
                        <a:t>Внешний доступ</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FFFFF"/>
                    </a:solidFill>
                  </a:tcPr>
                </a:tc>
                <a:tc>
                  <a:txBody>
                    <a:bodyPr/>
                    <a:lstStyle/>
                    <a:p>
                      <a:pPr algn="ctr"/>
                      <a:r>
                        <a:rPr sz="1725" b="0">
                          <a:solidFill>
                            <a:srgbClr val="171717"/>
                          </a:solidFill>
                          <a:latin typeface="Arial"/>
                          <a:ea typeface="Arial"/>
                          <a:cs typeface="Arial"/>
                        </a:rPr>
                        <a:t>ngrok, публичный HTTPS</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725" b="0">
                          <a:solidFill>
                            <a:srgbClr val="171717"/>
                          </a:solidFill>
                          <a:latin typeface="Arial"/>
                          <a:ea typeface="Arial"/>
                          <a:cs typeface="Arial"/>
                        </a:rPr>
                        <a:t>Домен банка / WAF / TLS / cert-manager</a:t>
                      </a:r>
                    </a:p>
                  </a:txBody>
                  <a:tcPr marL="91440" marR="91440" marT="45720" marB="45720" anchor="ctr">
                    <a:lnR w="4763">
                      <a:solidFill>
                        <a:srgbClr val="D7D3D0"/>
                      </a:solidFill>
                      <a:prstDash val="solid"/>
                    </a:lnR>
                    <a:lnB w="4763">
                      <a:solidFill>
                        <a:srgbClr val="D7D3D0"/>
                      </a:solidFill>
                      <a:prstDash val="solid"/>
                    </a:lnB>
                    <a:solidFill>
                      <a:srgbClr val="FFFFFF"/>
                    </a:solidFill>
                  </a:tcPr>
                </a:tc>
              </a:tr>
              <a:tr h="495300">
                <a:tc>
                  <a:txBody>
                    <a:bodyPr/>
                    <a:lstStyle/>
                    <a:p>
                      <a:pPr algn="l"/>
                      <a:r>
                        <a:rPr sz="1725" b="1">
                          <a:solidFill>
                            <a:srgbClr val="171717"/>
                          </a:solidFill>
                          <a:latin typeface="Arial"/>
                          <a:ea typeface="Arial"/>
                          <a:cs typeface="Arial"/>
                        </a:rPr>
                        <a:t>Доступ и секреты</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4F2F0"/>
                    </a:solidFill>
                  </a:tcPr>
                </a:tc>
                <a:tc>
                  <a:txBody>
                    <a:bodyPr/>
                    <a:lstStyle/>
                    <a:p>
                      <a:pPr algn="ctr"/>
                      <a:r>
                        <a:rPr sz="1725" b="0">
                          <a:solidFill>
                            <a:srgbClr val="171717"/>
                          </a:solidFill>
                          <a:latin typeface="Arial"/>
                          <a:ea typeface="Arial"/>
                          <a:cs typeface="Arial"/>
                        </a:rPr>
                        <a:t>Demo-логины, .env</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725" b="0">
                          <a:solidFill>
                            <a:srgbClr val="171717"/>
                          </a:solidFill>
                          <a:latin typeface="Arial"/>
                          <a:ea typeface="Arial"/>
                          <a:cs typeface="Arial"/>
                        </a:rPr>
                        <a:t>Keycloak / OIDC / MFA / OpenBao</a:t>
                      </a:r>
                    </a:p>
                  </a:txBody>
                  <a:tcPr marL="91440" marR="91440" marT="45720" marB="45720" anchor="ctr">
                    <a:lnR w="4763">
                      <a:solidFill>
                        <a:srgbClr val="D7D3D0"/>
                      </a:solidFill>
                      <a:prstDash val="solid"/>
                    </a:lnR>
                    <a:lnB w="4763">
                      <a:solidFill>
                        <a:srgbClr val="D7D3D0"/>
                      </a:solidFill>
                      <a:prstDash val="solid"/>
                    </a:lnB>
                    <a:solidFill>
                      <a:srgbClr val="F4F2F0"/>
                    </a:solidFill>
                  </a:tcPr>
                </a:tc>
              </a:tr>
              <a:tr h="495300">
                <a:tc>
                  <a:txBody>
                    <a:bodyPr/>
                    <a:lstStyle/>
                    <a:p>
                      <a:pPr algn="l"/>
                      <a:r>
                        <a:rPr sz="1725" b="1">
                          <a:solidFill>
                            <a:srgbClr val="171717"/>
                          </a:solidFill>
                          <a:latin typeface="Arial"/>
                          <a:ea typeface="Arial"/>
                          <a:cs typeface="Arial"/>
                        </a:rPr>
                        <a:t>Документы и события</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FFFFF"/>
                    </a:solidFill>
                  </a:tcPr>
                </a:tc>
                <a:tc>
                  <a:txBody>
                    <a:bodyPr/>
                    <a:lstStyle/>
                    <a:p>
                      <a:pPr algn="ctr"/>
                      <a:r>
                        <a:rPr sz="1725" b="0">
                          <a:solidFill>
                            <a:srgbClr val="171717"/>
                          </a:solidFill>
                          <a:latin typeface="Arial"/>
                          <a:ea typeface="Arial"/>
                          <a:cs typeface="Arial"/>
                        </a:rPr>
                        <a:t>Файловый том, outbox</a:t>
                      </a:r>
                    </a:p>
                  </a:txBody>
                  <a:tcPr marL="91440" marR="91440" marT="45720" marB="45720" anchor="ctr">
                    <a:lnR w="4763">
                      <a:solidFill>
                        <a:srgbClr val="D7D3D0"/>
                      </a:solidFill>
                      <a:prstDash val="solid"/>
                    </a:lnR>
                    <a:lnB w="4763">
                      <a:solidFill>
                        <a:srgbClr val="D7D3D0"/>
                      </a:solidFill>
                      <a:prstDash val="solid"/>
                    </a:lnB>
                    <a:solidFill>
                      <a:srgbClr val="FFFFFF"/>
                    </a:solidFill>
                  </a:tcPr>
                </a:tc>
                <a:tc>
                  <a:txBody>
                    <a:bodyPr/>
                    <a:lstStyle/>
                    <a:p>
                      <a:pPr algn="ctr"/>
                      <a:r>
                        <a:rPr sz="1725" b="0">
                          <a:solidFill>
                            <a:srgbClr val="171717"/>
                          </a:solidFill>
                          <a:latin typeface="Arial"/>
                          <a:ea typeface="Arial"/>
                          <a:cs typeface="Arial"/>
                        </a:rPr>
                        <a:t>Ceph S3 / Kafka с сохранением outbox</a:t>
                      </a:r>
                    </a:p>
                  </a:txBody>
                  <a:tcPr marL="91440" marR="91440" marT="45720" marB="45720" anchor="ctr">
                    <a:lnR w="4763">
                      <a:solidFill>
                        <a:srgbClr val="D7D3D0"/>
                      </a:solidFill>
                      <a:prstDash val="solid"/>
                    </a:lnR>
                    <a:lnB w="4763">
                      <a:solidFill>
                        <a:srgbClr val="D7D3D0"/>
                      </a:solidFill>
                      <a:prstDash val="solid"/>
                    </a:lnB>
                    <a:solidFill>
                      <a:srgbClr val="FFFFFF"/>
                    </a:solidFill>
                  </a:tcPr>
                </a:tc>
              </a:tr>
              <a:tr h="495300">
                <a:tc>
                  <a:txBody>
                    <a:bodyPr/>
                    <a:lstStyle/>
                    <a:p>
                      <a:pPr algn="l"/>
                      <a:r>
                        <a:rPr sz="1725" b="1">
                          <a:solidFill>
                            <a:srgbClr val="171717"/>
                          </a:solidFill>
                          <a:latin typeface="Arial"/>
                          <a:ea typeface="Arial"/>
                          <a:cs typeface="Arial"/>
                        </a:rPr>
                        <a:t>Эксплуатация</a:t>
                      </a:r>
                    </a:p>
                  </a:txBody>
                  <a:tcPr marL="91440" marR="91440" marT="45720" marB="45720" anchor="ctr">
                    <a:lnL w="4763">
                      <a:solidFill>
                        <a:srgbClr val="D7D3D0"/>
                      </a:solidFill>
                      <a:prstDash val="solid"/>
                    </a:lnL>
                    <a:lnR w="4763">
                      <a:solidFill>
                        <a:srgbClr val="D7D3D0"/>
                      </a:solidFill>
                      <a:prstDash val="solid"/>
                    </a:lnR>
                    <a:lnB w="4763">
                      <a:solidFill>
                        <a:srgbClr val="D7D3D0"/>
                      </a:solidFill>
                      <a:prstDash val="solid"/>
                    </a:lnB>
                    <a:solidFill>
                      <a:srgbClr val="F4F2F0"/>
                    </a:solidFill>
                  </a:tcPr>
                </a:tc>
                <a:tc>
                  <a:txBody>
                    <a:bodyPr/>
                    <a:lstStyle/>
                    <a:p>
                      <a:pPr algn="ctr"/>
                      <a:r>
                        <a:rPr sz="1725" b="0">
                          <a:solidFill>
                            <a:srgbClr val="171717"/>
                          </a:solidFill>
                          <a:latin typeface="Arial"/>
                          <a:ea typeface="Arial"/>
                          <a:cs typeface="Arial"/>
                        </a:rPr>
                        <a:t>Compose, healthchecks</a:t>
                      </a:r>
                    </a:p>
                  </a:txBody>
                  <a:tcPr marL="91440" marR="91440" marT="45720" marB="45720" anchor="ctr">
                    <a:lnR w="4763">
                      <a:solidFill>
                        <a:srgbClr val="D7D3D0"/>
                      </a:solidFill>
                      <a:prstDash val="solid"/>
                    </a:lnR>
                    <a:lnB w="4763">
                      <a:solidFill>
                        <a:srgbClr val="D7D3D0"/>
                      </a:solidFill>
                      <a:prstDash val="solid"/>
                    </a:lnB>
                    <a:solidFill>
                      <a:srgbClr val="F4F2F0"/>
                    </a:solidFill>
                  </a:tcPr>
                </a:tc>
                <a:tc>
                  <a:txBody>
                    <a:bodyPr/>
                    <a:lstStyle/>
                    <a:p>
                      <a:pPr algn="ctr"/>
                      <a:r>
                        <a:rPr sz="1725" b="0">
                          <a:solidFill>
                            <a:srgbClr val="171717"/>
                          </a:solidFill>
                          <a:latin typeface="Arial"/>
                          <a:ea typeface="Arial"/>
                          <a:cs typeface="Arial"/>
                        </a:rPr>
                        <a:t>Kubernetes / Prometheus / Grafana</a:t>
                      </a:r>
                    </a:p>
                  </a:txBody>
                  <a:tcPr marL="91440" marR="91440" marT="45720" marB="45720" anchor="ctr">
                    <a:lnR w="4763">
                      <a:solidFill>
                        <a:srgbClr val="D7D3D0"/>
                      </a:solidFill>
                      <a:prstDash val="solid"/>
                    </a:lnR>
                    <a:lnB w="4763">
                      <a:solidFill>
                        <a:srgbClr val="D7D3D0"/>
                      </a:solidFill>
                      <a:prstDash val="solid"/>
                    </a:lnB>
                    <a:solidFill>
                      <a:srgbClr val="F4F2F0"/>
                    </a:solidFill>
                  </a:tcPr>
                </a:tc>
              </a:tr>
            </a:tbl>
          </a:graphicData>
        </a:graphic>
      </p:graphicFrame>
      <p:sp>
        <p:nvSpPr>
          <p:cNvPr id="8" name="Сильнее модель выбираем по оценке качества. PostgreSQL сохраняем">
            <a:extLst xmlns:a="http://schemas.openxmlformats.org/drawingml/2006/main">
              <a:ext uri="{FF2B5EF4-FFF2-40B4-BE49-F238E27FC236}">
                <a16:creationId xmlns:a16="http://schemas.microsoft.com/office/drawing/2014/main" id="{321C5140-8C1E-430F-9EBD-908F252EAEE5}"/>
              </a:ext>
            </a:extLst>
          </p:cNvPr>
          <p:cNvSpPr>
            <a:spLocks xmlns:a="http://schemas.openxmlformats.org/drawingml/2006/main" noGrp="1"/>
          </p:cNvSpPr>
          <p:nvPr/>
        </p:nvSpPr>
        <p:spPr>
          <a:xfrm xmlns:a="http://schemas.openxmlformats.org/drawingml/2006/main">
            <a:off x="533400" y="5715000"/>
            <a:ext cx="11125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725" b="1">
                <a:solidFill>
                  <a:srgbClr val="F52B22"/>
                </a:solidFill>
                <a:latin typeface="Arial"/>
                <a:ea typeface="Arial"/>
                <a:cs typeface="Arial"/>
              </a:defRPr>
            </a:defPPr>
            <a:lvl1pPr algn="l">
              <a:defRPr sz="1725" b="1">
                <a:solidFill>
                  <a:srgbClr val="F52B22"/>
                </a:solidFill>
                <a:latin typeface="Arial"/>
                <a:ea typeface="Arial"/>
                <a:cs typeface="Arial"/>
              </a:defRPr>
            </a:lvl1pPr>
            <a:lvl2pPr algn="l">
              <a:defRPr sz="1725" b="1">
                <a:solidFill>
                  <a:srgbClr val="F52B22"/>
                </a:solidFill>
                <a:latin typeface="Arial"/>
                <a:ea typeface="Arial"/>
                <a:cs typeface="Arial"/>
              </a:defRPr>
            </a:lvl2pPr>
            <a:lvl3pPr algn="l">
              <a:defRPr sz="1725" b="1">
                <a:solidFill>
                  <a:srgbClr val="F52B22"/>
                </a:solidFill>
                <a:latin typeface="Arial"/>
                <a:ea typeface="Arial"/>
                <a:cs typeface="Arial"/>
              </a:defRPr>
            </a:lvl3pPr>
            <a:lvl4pPr algn="l">
              <a:defRPr sz="1725" b="1">
                <a:solidFill>
                  <a:srgbClr val="F52B22"/>
                </a:solidFill>
                <a:latin typeface="Arial"/>
                <a:ea typeface="Arial"/>
                <a:cs typeface="Arial"/>
              </a:defRPr>
            </a:lvl4pPr>
            <a:lvl5pPr algn="l">
              <a:defRPr sz="1725" b="1">
                <a:solidFill>
                  <a:srgbClr val="F52B22"/>
                </a:solidFill>
                <a:latin typeface="Arial"/>
                <a:ea typeface="Arial"/>
                <a:cs typeface="Arial"/>
              </a:defRPr>
            </a:lvl5pPr>
            <a:lvl6pPr algn="l">
              <a:defRPr sz="1725" b="1">
                <a:solidFill>
                  <a:srgbClr val="F52B22"/>
                </a:solidFill>
                <a:latin typeface="Arial"/>
                <a:ea typeface="Arial"/>
                <a:cs typeface="Arial"/>
              </a:defRPr>
            </a:lvl6pPr>
            <a:lvl7pPr algn="l">
              <a:defRPr sz="1725" b="1">
                <a:solidFill>
                  <a:srgbClr val="F52B22"/>
                </a:solidFill>
                <a:latin typeface="Arial"/>
                <a:ea typeface="Arial"/>
                <a:cs typeface="Arial"/>
              </a:defRPr>
            </a:lvl7pPr>
            <a:lvl8pPr algn="l">
              <a:defRPr sz="1725" b="1">
                <a:solidFill>
                  <a:srgbClr val="F52B22"/>
                </a:solidFill>
                <a:latin typeface="Arial"/>
                <a:ea typeface="Arial"/>
                <a:cs typeface="Arial"/>
              </a:defRPr>
            </a:lvl8pPr>
            <a:lvl9pPr algn="l">
              <a:defRPr sz="1725" b="1">
                <a:solidFill>
                  <a:srgbClr val="F52B22"/>
                </a:solidFill>
                <a:latin typeface="Arial"/>
                <a:ea typeface="Arial"/>
                <a:cs typeface="Arial"/>
              </a:defRPr>
            </a:lvl9pPr>
          </a:lstStyle>
          <a:p xmlns:a="http://schemas.openxmlformats.org/drawingml/2006/main">
            <a:pPr algn="l">
              <a:defRPr sz="1725" b="1">
                <a:solidFill>
                  <a:srgbClr val="F52B22"/>
                </a:solidFill>
              </a:defRPr>
            </a:pPr>
            <a:r>
              <a:rPr sz="1725" b="1">
                <a:solidFill>
                  <a:srgbClr val="F52B22"/>
                </a:solidFill>
                <a:latin typeface="Arial"/>
                <a:ea typeface="Arial"/>
                <a:cs typeface="Arial"/>
              </a:rPr>
              <a:t>Сильнее модель выбираем по оценке качества. PostgreSQL сохраняем и делаем отказоустойчивым</a:t>
            </a:r>
          </a:p>
        </p:txBody>
      </p:sp>
    </p:spTree>
    <p:extLst>
      <p:ext uri="{BB962C8B-B14F-4D97-AF65-F5344CB8AC3E}">
        <p14:creationId xmlns:p14="http://schemas.microsoft.com/office/powerpoint/2010/main" val="473385977"/>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 name="АЛЬФА ХАК 2026">
            <a:extLst>
              <a:ext uri="{FF2B5EF4-FFF2-40B4-BE49-F238E27FC236}">
                <ns2:creationId id="{7026D62B-6C19-4008-9C9E-66611C671141}"/>
              </a:ext>
            </a:extLst>
          </p:cNvPr>
          <p:cNvSpPr>
            <a:spLocks noGrp="1"/>
          </p:cNvSpPr>
          <p:nvPr/>
        </p:nvSpPr>
        <p:spPr>
          <a:xfrm>
            <a:off x="533400" y="247650"/>
            <a:ext cx="6667500" cy="228600"/>
          </a:xfrm>
          <a:prstGeom prst="rect">
            <a:avLst/>
          </a:prstGeom>
          <a:noFill/>
          <a:ln w="0">
            <a:noFill/>
          </a:ln>
        </p:spPr>
        <p:txBody>
          <a:bodyPr anchor="t"/>
          <a:lstStyle>
            <a:defPPr algn="l">
              <a:defRPr sz="975" b="1">
                <a:solidFill>
                  <a:srgbClr val="F52B22"/>
                </a:solidFill>
                <a:latin typeface="Arial"/>
                <a:ea typeface="Arial"/>
                <a:cs typeface="Arial"/>
              </a:defRPr>
            </a:defPPr>
            <a:lvl1pPr algn="l">
              <a:defRPr sz="975" b="1">
                <a:solidFill>
                  <a:srgbClr val="F52B22"/>
                </a:solidFill>
                <a:latin typeface="Arial"/>
                <a:ea typeface="Arial"/>
                <a:cs typeface="Arial"/>
              </a:defRPr>
            </a:lvl1pPr>
            <a:lvl2pPr algn="l">
              <a:defRPr sz="975" b="1">
                <a:solidFill>
                  <a:srgbClr val="F52B22"/>
                </a:solidFill>
                <a:latin typeface="Arial"/>
                <a:ea typeface="Arial"/>
                <a:cs typeface="Arial"/>
              </a:defRPr>
            </a:lvl2pPr>
            <a:lvl3pPr algn="l">
              <a:defRPr sz="975" b="1">
                <a:solidFill>
                  <a:srgbClr val="F52B22"/>
                </a:solidFill>
                <a:latin typeface="Arial"/>
                <a:ea typeface="Arial"/>
                <a:cs typeface="Arial"/>
              </a:defRPr>
            </a:lvl3pPr>
            <a:lvl4pPr algn="l">
              <a:defRPr sz="975" b="1">
                <a:solidFill>
                  <a:srgbClr val="F52B22"/>
                </a:solidFill>
                <a:latin typeface="Arial"/>
                <a:ea typeface="Arial"/>
                <a:cs typeface="Arial"/>
              </a:defRPr>
            </a:lvl4pPr>
            <a:lvl5pPr algn="l">
              <a:defRPr sz="975" b="1">
                <a:solidFill>
                  <a:srgbClr val="F52B22"/>
                </a:solidFill>
                <a:latin typeface="Arial"/>
                <a:ea typeface="Arial"/>
                <a:cs typeface="Arial"/>
              </a:defRPr>
            </a:lvl5pPr>
            <a:lvl6pPr algn="l">
              <a:defRPr sz="975" b="1">
                <a:solidFill>
                  <a:srgbClr val="F52B22"/>
                </a:solidFill>
                <a:latin typeface="Arial"/>
                <a:ea typeface="Arial"/>
                <a:cs typeface="Arial"/>
              </a:defRPr>
            </a:lvl6pPr>
            <a:lvl7pPr algn="l">
              <a:defRPr sz="975" b="1">
                <a:solidFill>
                  <a:srgbClr val="F52B22"/>
                </a:solidFill>
                <a:latin typeface="Arial"/>
                <a:ea typeface="Arial"/>
                <a:cs typeface="Arial"/>
              </a:defRPr>
            </a:lvl7pPr>
            <a:lvl8pPr algn="l">
              <a:defRPr sz="975" b="1">
                <a:solidFill>
                  <a:srgbClr val="F52B22"/>
                </a:solidFill>
                <a:latin typeface="Arial"/>
                <a:ea typeface="Arial"/>
                <a:cs typeface="Arial"/>
              </a:defRPr>
            </a:lvl8pPr>
            <a:lvl9pPr algn="l">
              <a:defRPr sz="975" b="1">
                <a:solidFill>
                  <a:srgbClr val="F52B22"/>
                </a:solidFill>
                <a:latin typeface="Arial"/>
                <a:ea typeface="Arial"/>
                <a:cs typeface="Arial"/>
              </a:defRPr>
            </a:lvl9pPr>
          </a:lstStyle>
          <a:p>
            <a:pPr algn="l">
              <a:defRPr sz="975" b="1">
                <a:solidFill>
                  <a:srgbClr val="F52B22"/>
                </a:solidFill>
              </a:defRPr>
            </a:pPr>
            <a:r>
              <a:rPr sz="975" b="1">
                <a:solidFill>
                  <a:srgbClr val="F52B22"/>
                </a:solidFill>
                <a:latin typeface="Arial"/>
                <a:ea typeface="Arial"/>
                <a:cs typeface="Arial"/>
              </a:rPr>
              <a:t>АЛЬФА ХАК 2026</a:t>
            </a:r>
          </a:p>
        </p:txBody>
      </p:sp>
      <p:sp>
        <p:nvSpPr>
          <p:cNvPr id="3" name="Демо и исходный код">
            <a:extLst>
              <a:ext uri="{FF2B5EF4-FFF2-40B4-BE49-F238E27FC236}">
                <ns2:creationId id="{90D5A328-C654-4DD3-94BD-40B3CCF944A7}"/>
              </a:ext>
            </a:extLst>
          </p:cNvPr>
          <p:cNvSpPr>
            <a:spLocks noGrp="1"/>
          </p:cNvSpPr>
          <p:nvPr/>
        </p:nvSpPr>
        <p:spPr>
          <a:xfrm>
            <a:off x="533400" y="666750"/>
            <a:ext cx="11125200" cy="1009650"/>
          </a:xfrm>
          <a:prstGeom prst="rect">
            <a:avLst/>
          </a:prstGeom>
          <a:noFill/>
          <a:ln w="0">
            <a:noFill/>
          </a:ln>
        </p:spPr>
        <p:txBody>
          <a:bodyPr anchor="t"/>
          <a:lstStyle>
            <a:defPPr algn="l">
              <a:defRPr sz="3675" b="1">
                <a:solidFill>
                  <a:srgbClr val="171717"/>
                </a:solidFill>
                <a:latin typeface="Arial"/>
                <a:ea typeface="Arial"/>
                <a:cs typeface="Arial"/>
              </a:defRPr>
            </a:defPPr>
            <a:lvl1pPr algn="l">
              <a:defRPr sz="3675" b="1">
                <a:solidFill>
                  <a:srgbClr val="171717"/>
                </a:solidFill>
                <a:latin typeface="Arial"/>
                <a:ea typeface="Arial"/>
                <a:cs typeface="Arial"/>
              </a:defRPr>
            </a:lvl1pPr>
            <a:lvl2pPr algn="l">
              <a:defRPr sz="3675" b="1">
                <a:solidFill>
                  <a:srgbClr val="171717"/>
                </a:solidFill>
                <a:latin typeface="Arial"/>
                <a:ea typeface="Arial"/>
                <a:cs typeface="Arial"/>
              </a:defRPr>
            </a:lvl2pPr>
            <a:lvl3pPr algn="l">
              <a:defRPr sz="3675" b="1">
                <a:solidFill>
                  <a:srgbClr val="171717"/>
                </a:solidFill>
                <a:latin typeface="Arial"/>
                <a:ea typeface="Arial"/>
                <a:cs typeface="Arial"/>
              </a:defRPr>
            </a:lvl3pPr>
            <a:lvl4pPr algn="l">
              <a:defRPr sz="3675" b="1">
                <a:solidFill>
                  <a:srgbClr val="171717"/>
                </a:solidFill>
                <a:latin typeface="Arial"/>
                <a:ea typeface="Arial"/>
                <a:cs typeface="Arial"/>
              </a:defRPr>
            </a:lvl4pPr>
            <a:lvl5pPr algn="l">
              <a:defRPr sz="3675" b="1">
                <a:solidFill>
                  <a:srgbClr val="171717"/>
                </a:solidFill>
                <a:latin typeface="Arial"/>
                <a:ea typeface="Arial"/>
                <a:cs typeface="Arial"/>
              </a:defRPr>
            </a:lvl5pPr>
            <a:lvl6pPr algn="l">
              <a:defRPr sz="3675" b="1">
                <a:solidFill>
                  <a:srgbClr val="171717"/>
                </a:solidFill>
                <a:latin typeface="Arial"/>
                <a:ea typeface="Arial"/>
                <a:cs typeface="Arial"/>
              </a:defRPr>
            </a:lvl6pPr>
            <a:lvl7pPr algn="l">
              <a:defRPr sz="3675" b="1">
                <a:solidFill>
                  <a:srgbClr val="171717"/>
                </a:solidFill>
                <a:latin typeface="Arial"/>
                <a:ea typeface="Arial"/>
                <a:cs typeface="Arial"/>
              </a:defRPr>
            </a:lvl7pPr>
            <a:lvl8pPr algn="l">
              <a:defRPr sz="3675" b="1">
                <a:solidFill>
                  <a:srgbClr val="171717"/>
                </a:solidFill>
                <a:latin typeface="Arial"/>
                <a:ea typeface="Arial"/>
                <a:cs typeface="Arial"/>
              </a:defRPr>
            </a:lvl8pPr>
            <a:lvl9pPr algn="l">
              <a:defRPr sz="3675" b="1">
                <a:solidFill>
                  <a:srgbClr val="171717"/>
                </a:solidFill>
                <a:latin typeface="Arial"/>
                <a:ea typeface="Arial"/>
                <a:cs typeface="Arial"/>
              </a:defRPr>
            </a:lvl9pPr>
          </a:lstStyle>
          <a:p>
            <a:pPr algn="l">
              <a:defRPr sz="3675" b="1">
                <a:solidFill>
                  <a:srgbClr val="171717"/>
                </a:solidFill>
              </a:defRPr>
            </a:pPr>
            <a:r>
              <a:rPr sz="3675" b="1">
                <a:solidFill>
                  <a:srgbClr val="171717"/>
                </a:solidFill>
                <a:latin typeface="Arial"/>
                <a:ea typeface="Arial"/>
                <a:cs typeface="Arial"/>
              </a:rPr>
              <a:t>Демо и исходный код</a:t>
            </a:r>
          </a:p>
        </p:txBody>
      </p:sp>
      <p:sp>
        <p:nvSpPr>
          <p:cNvPr id="4" name="Поток / Gambit_Yvaga">
            <a:extLst>
              <a:ext uri="{FF2B5EF4-FFF2-40B4-BE49-F238E27FC236}">
                <ns2:creationId id="{3F3E5433-36DF-4890-A7DA-1B329AFDFEA2}"/>
              </a:ext>
            </a:extLst>
          </p:cNvPr>
          <p:cNvSpPr>
            <a:spLocks noGrp="1"/>
          </p:cNvSpPr>
          <p:nvPr/>
        </p:nvSpPr>
        <p:spPr>
          <a:xfrm>
            <a:off x="533400" y="6457950"/>
            <a:ext cx="6858000" cy="228600"/>
          </a:xfrm>
          <a:prstGeom prst="rect">
            <a:avLst/>
          </a:prstGeom>
          <a:noFill/>
          <a:ln w="0">
            <a:noFill/>
          </a:ln>
        </p:spPr>
        <p:txBody>
          <a:bodyPr anchor="t"/>
          <a:lstStyle>
            <a:defPPr algn="l">
              <a:defRPr sz="1125" b="0">
                <a:solidFill>
                  <a:srgbClr val="626262"/>
                </a:solidFill>
                <a:latin typeface="Arial"/>
                <a:ea typeface="Arial"/>
                <a:cs typeface="Arial"/>
              </a:defRPr>
            </a:defPPr>
            <a:lvl1pPr algn="l">
              <a:defRPr sz="1125" b="0">
                <a:solidFill>
                  <a:srgbClr val="626262"/>
                </a:solidFill>
                <a:latin typeface="Arial"/>
                <a:ea typeface="Arial"/>
                <a:cs typeface="Arial"/>
              </a:defRPr>
            </a:lvl1pPr>
            <a:lvl2pPr algn="l">
              <a:defRPr sz="1125" b="0">
                <a:solidFill>
                  <a:srgbClr val="626262"/>
                </a:solidFill>
                <a:latin typeface="Arial"/>
                <a:ea typeface="Arial"/>
                <a:cs typeface="Arial"/>
              </a:defRPr>
            </a:lvl2pPr>
            <a:lvl3pPr algn="l">
              <a:defRPr sz="1125" b="0">
                <a:solidFill>
                  <a:srgbClr val="626262"/>
                </a:solidFill>
                <a:latin typeface="Arial"/>
                <a:ea typeface="Arial"/>
                <a:cs typeface="Arial"/>
              </a:defRPr>
            </a:lvl3pPr>
            <a:lvl4pPr algn="l">
              <a:defRPr sz="1125" b="0">
                <a:solidFill>
                  <a:srgbClr val="626262"/>
                </a:solidFill>
                <a:latin typeface="Arial"/>
                <a:ea typeface="Arial"/>
                <a:cs typeface="Arial"/>
              </a:defRPr>
            </a:lvl4pPr>
            <a:lvl5pPr algn="l">
              <a:defRPr sz="1125" b="0">
                <a:solidFill>
                  <a:srgbClr val="626262"/>
                </a:solidFill>
                <a:latin typeface="Arial"/>
                <a:ea typeface="Arial"/>
                <a:cs typeface="Arial"/>
              </a:defRPr>
            </a:lvl5pPr>
            <a:lvl6pPr algn="l">
              <a:defRPr sz="1125" b="0">
                <a:solidFill>
                  <a:srgbClr val="626262"/>
                </a:solidFill>
                <a:latin typeface="Arial"/>
                <a:ea typeface="Arial"/>
                <a:cs typeface="Arial"/>
              </a:defRPr>
            </a:lvl6pPr>
            <a:lvl7pPr algn="l">
              <a:defRPr sz="1125" b="0">
                <a:solidFill>
                  <a:srgbClr val="626262"/>
                </a:solidFill>
                <a:latin typeface="Arial"/>
                <a:ea typeface="Arial"/>
                <a:cs typeface="Arial"/>
              </a:defRPr>
            </a:lvl7pPr>
            <a:lvl8pPr algn="l">
              <a:defRPr sz="1125" b="0">
                <a:solidFill>
                  <a:srgbClr val="626262"/>
                </a:solidFill>
                <a:latin typeface="Arial"/>
                <a:ea typeface="Arial"/>
                <a:cs typeface="Arial"/>
              </a:defRPr>
            </a:lvl8pPr>
            <a:lvl9pPr algn="l">
              <a:defRPr sz="1125" b="0">
                <a:solidFill>
                  <a:srgbClr val="626262"/>
                </a:solidFill>
                <a:latin typeface="Arial"/>
                <a:ea typeface="Arial"/>
                <a:cs typeface="Arial"/>
              </a:defRPr>
            </a:lvl9pPr>
          </a:lstStyle>
          <a:p>
            <a:pPr algn="l">
              <a:defRPr sz="1125" b="0">
                <a:solidFill>
                  <a:srgbClr val="626262"/>
                </a:solidFill>
              </a:defRPr>
            </a:pPr>
            <a:r>
              <a:rPr sz="1125" b="0">
                <a:solidFill>
                  <a:srgbClr val="626262"/>
                </a:solidFill>
                <a:latin typeface="Arial"/>
                <a:ea typeface="Arial"/>
                <a:cs typeface="Arial"/>
              </a:rPr>
              <a:t>Поток / Gambit_Yvaga</a:t>
            </a:r>
          </a:p>
        </p:txBody>
      </p:sp>
      <p:sp>
        <p:nvSpPr>
          <p:cNvPr id="5" name="12">
            <a:extLst>
              <a:ext uri="{FF2B5EF4-FFF2-40B4-BE49-F238E27FC236}">
                <ns2:creationId id="{35A69DE9-1B43-4383-9520-19DAFA471D8D}"/>
              </a:ext>
            </a:extLst>
          </p:cNvPr>
          <p:cNvSpPr>
            <a:spLocks noGrp="1"/>
          </p:cNvSpPr>
          <p:nvPr/>
        </p:nvSpPr>
        <p:spPr>
          <a:xfrm>
            <a:off x="11029950" y="6457950"/>
            <a:ext cx="628650" cy="228600"/>
          </a:xfrm>
          <a:prstGeom prst="rect">
            <a:avLst/>
          </a:prstGeom>
          <a:noFill/>
          <a:ln w="0">
            <a:noFill/>
          </a:ln>
        </p:spPr>
        <p:txBody>
          <a:bodyPr anchor="t"/>
          <a:lstStyle>
            <a:defPPr algn="r">
              <a:defRPr sz="1125" b="0">
                <a:solidFill>
                  <a:srgbClr val="626262"/>
                </a:solidFill>
                <a:latin typeface="Arial"/>
                <a:ea typeface="Arial"/>
                <a:cs typeface="Arial"/>
              </a:defRPr>
            </a:defPPr>
            <a:lvl1pPr algn="r">
              <a:defRPr sz="1125" b="0">
                <a:solidFill>
                  <a:srgbClr val="626262"/>
                </a:solidFill>
                <a:latin typeface="Arial"/>
                <a:ea typeface="Arial"/>
                <a:cs typeface="Arial"/>
              </a:defRPr>
            </a:lvl1pPr>
            <a:lvl2pPr algn="r">
              <a:defRPr sz="1125" b="0">
                <a:solidFill>
                  <a:srgbClr val="626262"/>
                </a:solidFill>
                <a:latin typeface="Arial"/>
                <a:ea typeface="Arial"/>
                <a:cs typeface="Arial"/>
              </a:defRPr>
            </a:lvl2pPr>
            <a:lvl3pPr algn="r">
              <a:defRPr sz="1125" b="0">
                <a:solidFill>
                  <a:srgbClr val="626262"/>
                </a:solidFill>
                <a:latin typeface="Arial"/>
                <a:ea typeface="Arial"/>
                <a:cs typeface="Arial"/>
              </a:defRPr>
            </a:lvl3pPr>
            <a:lvl4pPr algn="r">
              <a:defRPr sz="1125" b="0">
                <a:solidFill>
                  <a:srgbClr val="626262"/>
                </a:solidFill>
                <a:latin typeface="Arial"/>
                <a:ea typeface="Arial"/>
                <a:cs typeface="Arial"/>
              </a:defRPr>
            </a:lvl4pPr>
            <a:lvl5pPr algn="r">
              <a:defRPr sz="1125" b="0">
                <a:solidFill>
                  <a:srgbClr val="626262"/>
                </a:solidFill>
                <a:latin typeface="Arial"/>
                <a:ea typeface="Arial"/>
                <a:cs typeface="Arial"/>
              </a:defRPr>
            </a:lvl5pPr>
            <a:lvl6pPr algn="r">
              <a:defRPr sz="1125" b="0">
                <a:solidFill>
                  <a:srgbClr val="626262"/>
                </a:solidFill>
                <a:latin typeface="Arial"/>
                <a:ea typeface="Arial"/>
                <a:cs typeface="Arial"/>
              </a:defRPr>
            </a:lvl6pPr>
            <a:lvl7pPr algn="r">
              <a:defRPr sz="1125" b="0">
                <a:solidFill>
                  <a:srgbClr val="626262"/>
                </a:solidFill>
                <a:latin typeface="Arial"/>
                <a:ea typeface="Arial"/>
                <a:cs typeface="Arial"/>
              </a:defRPr>
            </a:lvl7pPr>
            <a:lvl8pPr algn="r">
              <a:defRPr sz="1125" b="0">
                <a:solidFill>
                  <a:srgbClr val="626262"/>
                </a:solidFill>
                <a:latin typeface="Arial"/>
                <a:ea typeface="Arial"/>
                <a:cs typeface="Arial"/>
              </a:defRPr>
            </a:lvl8pPr>
            <a:lvl9pPr algn="r">
              <a:defRPr sz="1125" b="0">
                <a:solidFill>
                  <a:srgbClr val="626262"/>
                </a:solidFill>
                <a:latin typeface="Arial"/>
                <a:ea typeface="Arial"/>
                <a:cs typeface="Arial"/>
              </a:defRPr>
            </a:lvl9pPr>
          </a:lstStyle>
          <a:p>
            <a:pPr algn="r">
              <a:defRPr sz="1125" b="0">
                <a:solidFill>
                  <a:srgbClr val="626262"/>
                </a:solidFill>
              </a:defRPr>
            </a:pPr>
            <a:r>
              <a:rPr sz="1125" b="0">
                <a:solidFill>
                  <a:srgbClr val="626262"/>
                </a:solidFill>
                <a:latin typeface="Arial"/>
                <a:ea typeface="Arial"/>
                <a:cs typeface="Arial"/>
              </a:rPr>
              <a:t>12</a:t>
            </a:r>
          </a:p>
        </p:txBody>
      </p:sp>
      <p:pic>
        <p:nvPicPr>
          <p:cNvPr id="6" name="">
            <a:extLst>
              <a:ext uri="{FF2B5EF4-FFF2-40B4-BE49-F238E27FC236}">
                <ns2:creationId id="{A95D6EE6-B5E1-42F2-83FD-0808775BAEAB}"/>
              </a:ext>
            </a:extLst>
            <a:hlinkClick r:id="rIdJuryDemo"/>
          </p:cNvPr>
          <p:cNvPicPr>
            <a:picLocks noChangeAspect="1"/>
          </p:cNvPicPr>
          <p:nvPr/>
        </p:nvPicPr>
        <p:blipFill>
          <a:blip r:embed="R0c1e6577660945e1"/>
          <a:stretch/>
        </p:blipFill>
        <p:spPr>
          <a:xfrm>
            <a:off x="609600" y="1562100"/>
            <a:ext cx="1562100" cy="1562100"/>
          </a:xfrm>
          <a:prstGeom prst="rect">
            <a:avLst/>
          </a:prstGeom>
        </p:spPr>
      </p:pic>
      <p:sp>
        <p:nvSpPr>
          <p:cNvPr id="7" name="Работающий сервис">
            <a:extLst>
              <a:ext uri="{FF2B5EF4-FFF2-40B4-BE49-F238E27FC236}">
                <ns2:creationId id="{20DE1A0A-5AD7-4E9F-B9BE-78022DB1B755}"/>
              </a:ext>
            </a:extLst>
          </p:cNvPr>
          <p:cNvSpPr>
            <a:spLocks noGrp="1"/>
          </p:cNvSpPr>
          <p:nvPr/>
        </p:nvSpPr>
        <p:spPr>
          <a:xfrm>
            <a:off x="2552700" y="1581150"/>
            <a:ext cx="8572500" cy="495300"/>
          </a:xfrm>
          <a:prstGeom prst="rect">
            <a:avLst/>
          </a:prstGeom>
          <a:noFill/>
          <a:ln w="0">
            <a:noFill/>
          </a:ln>
        </p:spPr>
        <p:txBody>
          <a:bodyPr anchor="t"/>
          <a:lstStyle>
            <a:defPPr algn="l">
              <a:defRPr sz="2400" b="1">
                <a:solidFill>
                  <a:srgbClr val="F52B22"/>
                </a:solidFill>
                <a:latin typeface="Arial"/>
                <a:ea typeface="Arial"/>
                <a:cs typeface="Arial"/>
              </a:defRPr>
            </a:defPPr>
            <a:lvl1pPr algn="l">
              <a:defRPr sz="2400" b="1">
                <a:solidFill>
                  <a:srgbClr val="F52B22"/>
                </a:solidFill>
                <a:latin typeface="Arial"/>
                <a:ea typeface="Arial"/>
                <a:cs typeface="Arial"/>
              </a:defRPr>
            </a:lvl1pPr>
            <a:lvl2pPr algn="l">
              <a:defRPr sz="2400" b="1">
                <a:solidFill>
                  <a:srgbClr val="F52B22"/>
                </a:solidFill>
                <a:latin typeface="Arial"/>
                <a:ea typeface="Arial"/>
                <a:cs typeface="Arial"/>
              </a:defRPr>
            </a:lvl2pPr>
            <a:lvl3pPr algn="l">
              <a:defRPr sz="2400" b="1">
                <a:solidFill>
                  <a:srgbClr val="F52B22"/>
                </a:solidFill>
                <a:latin typeface="Arial"/>
                <a:ea typeface="Arial"/>
                <a:cs typeface="Arial"/>
              </a:defRPr>
            </a:lvl3pPr>
            <a:lvl4pPr algn="l">
              <a:defRPr sz="2400" b="1">
                <a:solidFill>
                  <a:srgbClr val="F52B22"/>
                </a:solidFill>
                <a:latin typeface="Arial"/>
                <a:ea typeface="Arial"/>
                <a:cs typeface="Arial"/>
              </a:defRPr>
            </a:lvl4pPr>
            <a:lvl5pPr algn="l">
              <a:defRPr sz="2400" b="1">
                <a:solidFill>
                  <a:srgbClr val="F52B22"/>
                </a:solidFill>
                <a:latin typeface="Arial"/>
                <a:ea typeface="Arial"/>
                <a:cs typeface="Arial"/>
              </a:defRPr>
            </a:lvl5pPr>
            <a:lvl6pPr algn="l">
              <a:defRPr sz="2400" b="1">
                <a:solidFill>
                  <a:srgbClr val="F52B22"/>
                </a:solidFill>
                <a:latin typeface="Arial"/>
                <a:ea typeface="Arial"/>
                <a:cs typeface="Arial"/>
              </a:defRPr>
            </a:lvl6pPr>
            <a:lvl7pPr algn="l">
              <a:defRPr sz="2400" b="1">
                <a:solidFill>
                  <a:srgbClr val="F52B22"/>
                </a:solidFill>
                <a:latin typeface="Arial"/>
                <a:ea typeface="Arial"/>
                <a:cs typeface="Arial"/>
              </a:defRPr>
            </a:lvl7pPr>
            <a:lvl8pPr algn="l">
              <a:defRPr sz="2400" b="1">
                <a:solidFill>
                  <a:srgbClr val="F52B22"/>
                </a:solidFill>
                <a:latin typeface="Arial"/>
                <a:ea typeface="Arial"/>
                <a:cs typeface="Arial"/>
              </a:defRPr>
            </a:lvl8pPr>
            <a:lvl9pPr algn="l">
              <a:defRPr sz="2400" b="1">
                <a:solidFill>
                  <a:srgbClr val="F52B22"/>
                </a:solidFill>
                <a:latin typeface="Arial"/>
                <a:ea typeface="Arial"/>
                <a:cs typeface="Arial"/>
              </a:defRPr>
            </a:lvl9pPr>
          </a:lstStyle>
          <a:p>
            <a:pPr algn="l">
              <a:defRPr sz="2400" b="1">
                <a:solidFill>
                  <a:srgbClr val="F52B22"/>
                </a:solidFill>
              </a:defRPr>
            </a:pPr>
            <a:r>
              <a:rPr sz="2400" b="1">
                <a:solidFill>
                  <a:srgbClr val="F52B22"/>
                </a:solidFill>
                <a:latin typeface="Arial"/>
                <a:ea typeface="Arial"/>
                <a:cs typeface="Arial"/>
              </a:rPr>
              <a:t>Работающий сервис</a:t>
            </a:r>
          </a:p>
        </p:txBody>
      </p:sp>
      <p:sp>
        <p:nvSpPr>
          <p:cNvPr id="8" name="https://president-diameter-endearing.ngrok-free.dev">
            <a:extLst>
              <a:ext uri="{FF2B5EF4-FFF2-40B4-BE49-F238E27FC236}">
                <ns2:creationId id="{C6190C94-5CD4-47C3-B504-F7A2CE1EAF2B}"/>
              </a:ext>
            </a:extLst>
          </p:cNvPr>
          <p:cNvSpPr>
            <a:spLocks noGrp="1"/>
          </p:cNvSpPr>
          <p:nvPr/>
        </p:nvSpPr>
        <p:spPr>
          <a:xfrm>
            <a:off x="2552700" y="2228850"/>
            <a:ext cx="8782050" cy="666750"/>
          </a:xfrm>
          <a:prstGeom prst="rect">
            <a:avLst/>
          </a:prstGeom>
          <a:noFill/>
          <a:ln w="0">
            <a:noFill/>
          </a:ln>
        </p:spPr>
        <p:txBody>
          <a:bodyPr anchor="t"/>
          <a:lstStyle>
            <a:defPPr algn="l">
              <a:defRPr sz="1800" b="0">
                <a:solidFill>
                  <a:srgbClr val="171717"/>
                </a:solidFill>
                <a:latin typeface="Arial"/>
                <a:ea typeface="Arial"/>
                <a:cs typeface="Arial"/>
              </a:defRPr>
            </a:defPPr>
            <a:lvl1pPr algn="l">
              <a:defRPr sz="1800" b="0">
                <a:solidFill>
                  <a:srgbClr val="171717"/>
                </a:solidFill>
                <a:latin typeface="Arial"/>
                <a:ea typeface="Arial"/>
                <a:cs typeface="Arial"/>
              </a:defRPr>
            </a:lvl1pPr>
            <a:lvl2pPr algn="l">
              <a:defRPr sz="1800" b="0">
                <a:solidFill>
                  <a:srgbClr val="171717"/>
                </a:solidFill>
                <a:latin typeface="Arial"/>
                <a:ea typeface="Arial"/>
                <a:cs typeface="Arial"/>
              </a:defRPr>
            </a:lvl2pPr>
            <a:lvl3pPr algn="l">
              <a:defRPr sz="1800" b="0">
                <a:solidFill>
                  <a:srgbClr val="171717"/>
                </a:solidFill>
                <a:latin typeface="Arial"/>
                <a:ea typeface="Arial"/>
                <a:cs typeface="Arial"/>
              </a:defRPr>
            </a:lvl3pPr>
            <a:lvl4pPr algn="l">
              <a:defRPr sz="1800" b="0">
                <a:solidFill>
                  <a:srgbClr val="171717"/>
                </a:solidFill>
                <a:latin typeface="Arial"/>
                <a:ea typeface="Arial"/>
                <a:cs typeface="Arial"/>
              </a:defRPr>
            </a:lvl4pPr>
            <a:lvl5pPr algn="l">
              <a:defRPr sz="1800" b="0">
                <a:solidFill>
                  <a:srgbClr val="171717"/>
                </a:solidFill>
                <a:latin typeface="Arial"/>
                <a:ea typeface="Arial"/>
                <a:cs typeface="Arial"/>
              </a:defRPr>
            </a:lvl5pPr>
            <a:lvl6pPr algn="l">
              <a:defRPr sz="1800" b="0">
                <a:solidFill>
                  <a:srgbClr val="171717"/>
                </a:solidFill>
                <a:latin typeface="Arial"/>
                <a:ea typeface="Arial"/>
                <a:cs typeface="Arial"/>
              </a:defRPr>
            </a:lvl6pPr>
            <a:lvl7pPr algn="l">
              <a:defRPr sz="1800" b="0">
                <a:solidFill>
                  <a:srgbClr val="171717"/>
                </a:solidFill>
                <a:latin typeface="Arial"/>
                <a:ea typeface="Arial"/>
                <a:cs typeface="Arial"/>
              </a:defRPr>
            </a:lvl7pPr>
            <a:lvl8pPr algn="l">
              <a:defRPr sz="1800" b="0">
                <a:solidFill>
                  <a:srgbClr val="171717"/>
                </a:solidFill>
                <a:latin typeface="Arial"/>
                <a:ea typeface="Arial"/>
                <a:cs typeface="Arial"/>
              </a:defRPr>
            </a:lvl8pPr>
            <a:lvl9pPr algn="l">
              <a:defRPr sz="1800" b="0">
                <a:solidFill>
                  <a:srgbClr val="171717"/>
                </a:solidFill>
                <a:latin typeface="Arial"/>
                <a:ea typeface="Arial"/>
                <a:cs typeface="Arial"/>
              </a:defRPr>
            </a:lvl9pPr>
          </a:lstStyle>
          <a:p>
            <a:pPr algn="l">
              <a:defRPr sz="1800" b="0">
                <a:solidFill>
                  <a:srgbClr val="171717"/>
                </a:solidFill>
              </a:defRPr>
            </a:pPr>
            <a:r>
              <a:rPr sz="1800" b="0">
                <a:solidFill>
                  <a:srgbClr val="171717"/>
                </a:solidFill>
                <a:latin typeface="Arial"/>
                <a:ea typeface="Arial"/>
                <a:cs typeface="Arial"/>
                <a:hlinkClick r:id="rIdJuryDemo"/>
              </a:rPr>
              <a:t>https://president-diameter-endearing.ngrok-free.dev</a:t>
            </a:r>
          </a:p>
        </p:txBody>
      </p:sp>
      <p:pic>
        <p:nvPicPr>
          <p:cNvPr id="9" name="">
            <a:extLst>
              <a:ext uri="{FF2B5EF4-FFF2-40B4-BE49-F238E27FC236}">
                <ns2:creationId id="{2149EB15-4B10-4256-AFDF-70D87CE34144}"/>
              </a:ext>
            </a:extLst>
            <a:hlinkClick r:id="rIdJuryTag"/>
          </p:cNvPr>
          <p:cNvPicPr>
            <a:picLocks noChangeAspect="1"/>
          </p:cNvPicPr>
          <p:nvPr/>
        </p:nvPicPr>
        <p:blipFill>
          <a:blip r:embed="Rf389050c19c24893"/>
          <a:stretch/>
        </p:blipFill>
        <p:spPr>
          <a:xfrm>
            <a:off x="609600" y="3429000"/>
            <a:ext cx="1562100" cy="1562100"/>
          </a:xfrm>
          <a:prstGeom prst="rect">
            <a:avLst/>
          </a:prstGeom>
        </p:spPr>
      </p:pic>
      <p:sp>
        <p:nvSpPr>
          <p:cNvPr id="10" name="Репозиторий и документация">
            <a:extLst>
              <a:ext uri="{FF2B5EF4-FFF2-40B4-BE49-F238E27FC236}">
                <ns2:creationId id="{2EE7477A-63AA-451F-88BB-7BE65D5589E5}"/>
              </a:ext>
            </a:extLst>
          </p:cNvPr>
          <p:cNvSpPr>
            <a:spLocks noGrp="1"/>
          </p:cNvSpPr>
          <p:nvPr/>
        </p:nvSpPr>
        <p:spPr>
          <a:xfrm>
            <a:off x="2552700" y="3409950"/>
            <a:ext cx="8572500" cy="495300"/>
          </a:xfrm>
          <a:prstGeom prst="rect">
            <a:avLst/>
          </a:prstGeom>
          <a:noFill/>
          <a:ln w="0">
            <a:noFill/>
          </a:ln>
        </p:spPr>
        <p:txBody>
          <a:bodyPr anchor="t"/>
          <a:lstStyle>
            <a:defPPr algn="l">
              <a:defRPr sz="2400" b="1">
                <a:solidFill>
                  <a:srgbClr val="F52B22"/>
                </a:solidFill>
                <a:latin typeface="Arial"/>
                <a:ea typeface="Arial"/>
                <a:cs typeface="Arial"/>
              </a:defRPr>
            </a:defPPr>
            <a:lvl1pPr algn="l">
              <a:defRPr sz="2400" b="1">
                <a:solidFill>
                  <a:srgbClr val="F52B22"/>
                </a:solidFill>
                <a:latin typeface="Arial"/>
                <a:ea typeface="Arial"/>
                <a:cs typeface="Arial"/>
              </a:defRPr>
            </a:lvl1pPr>
            <a:lvl2pPr algn="l">
              <a:defRPr sz="2400" b="1">
                <a:solidFill>
                  <a:srgbClr val="F52B22"/>
                </a:solidFill>
                <a:latin typeface="Arial"/>
                <a:ea typeface="Arial"/>
                <a:cs typeface="Arial"/>
              </a:defRPr>
            </a:lvl2pPr>
            <a:lvl3pPr algn="l">
              <a:defRPr sz="2400" b="1">
                <a:solidFill>
                  <a:srgbClr val="F52B22"/>
                </a:solidFill>
                <a:latin typeface="Arial"/>
                <a:ea typeface="Arial"/>
                <a:cs typeface="Arial"/>
              </a:defRPr>
            </a:lvl3pPr>
            <a:lvl4pPr algn="l">
              <a:defRPr sz="2400" b="1">
                <a:solidFill>
                  <a:srgbClr val="F52B22"/>
                </a:solidFill>
                <a:latin typeface="Arial"/>
                <a:ea typeface="Arial"/>
                <a:cs typeface="Arial"/>
              </a:defRPr>
            </a:lvl4pPr>
            <a:lvl5pPr algn="l">
              <a:defRPr sz="2400" b="1">
                <a:solidFill>
                  <a:srgbClr val="F52B22"/>
                </a:solidFill>
                <a:latin typeface="Arial"/>
                <a:ea typeface="Arial"/>
                <a:cs typeface="Arial"/>
              </a:defRPr>
            </a:lvl5pPr>
            <a:lvl6pPr algn="l">
              <a:defRPr sz="2400" b="1">
                <a:solidFill>
                  <a:srgbClr val="F52B22"/>
                </a:solidFill>
                <a:latin typeface="Arial"/>
                <a:ea typeface="Arial"/>
                <a:cs typeface="Arial"/>
              </a:defRPr>
            </a:lvl6pPr>
            <a:lvl7pPr algn="l">
              <a:defRPr sz="2400" b="1">
                <a:solidFill>
                  <a:srgbClr val="F52B22"/>
                </a:solidFill>
                <a:latin typeface="Arial"/>
                <a:ea typeface="Arial"/>
                <a:cs typeface="Arial"/>
              </a:defRPr>
            </a:lvl7pPr>
            <a:lvl8pPr algn="l">
              <a:defRPr sz="2400" b="1">
                <a:solidFill>
                  <a:srgbClr val="F52B22"/>
                </a:solidFill>
                <a:latin typeface="Arial"/>
                <a:ea typeface="Arial"/>
                <a:cs typeface="Arial"/>
              </a:defRPr>
            </a:lvl8pPr>
            <a:lvl9pPr algn="l">
              <a:defRPr sz="2400" b="1">
                <a:solidFill>
                  <a:srgbClr val="F52B22"/>
                </a:solidFill>
                <a:latin typeface="Arial"/>
                <a:ea typeface="Arial"/>
                <a:cs typeface="Arial"/>
              </a:defRPr>
            </a:lvl9pPr>
          </a:lstStyle>
          <a:p>
            <a:pPr algn="l">
              <a:defRPr sz="2400" b="1">
                <a:solidFill>
                  <a:srgbClr val="F52B22"/>
                </a:solidFill>
              </a:defRPr>
            </a:pPr>
            <a:r>
              <a:rPr sz="2400" b="1">
                <a:solidFill>
                  <a:srgbClr val="F52B22"/>
                </a:solidFill>
                <a:latin typeface="Arial"/>
                <a:ea typeface="Arial"/>
                <a:cs typeface="Arial"/>
              </a:rPr>
              <a:t>Репозиторий и документация</a:t>
            </a:r>
          </a:p>
        </p:txBody>
      </p:sp>
      <p:sp>
        <p:nvSpPr>
          <p:cNvPr id="11" name="github.com/Tonitrus1/ALFA-HACK-2026">
            <a:extLst>
              <a:ext uri="{FF2B5EF4-FFF2-40B4-BE49-F238E27FC236}">
                <ns2:creationId id="{22F0824D-C6CB-4BAE-AB2C-8E4698390EF8}"/>
              </a:ext>
            </a:extLst>
          </p:cNvPr>
          <p:cNvSpPr>
            <a:spLocks noGrp="1"/>
          </p:cNvSpPr>
          <p:nvPr/>
        </p:nvSpPr>
        <p:spPr>
          <a:xfrm>
            <a:off x="2552700" y="4048125"/>
            <a:ext cx="8782050" cy="419100"/>
          </a:xfrm>
          <a:prstGeom prst="rect">
            <a:avLst/>
          </a:prstGeom>
          <a:noFill/>
          <a:ln w="0">
            <a:noFill/>
          </a:ln>
        </p:spPr>
        <p:txBody>
          <a:bodyPr anchor="t"/>
          <a:lstStyle>
            <a:defPPr algn="l">
              <a:defRPr sz="1875" b="0">
                <a:solidFill>
                  <a:srgbClr val="171717"/>
                </a:solidFill>
                <a:latin typeface="Arial"/>
                <a:ea typeface="Arial"/>
                <a:cs typeface="Arial"/>
              </a:defRPr>
            </a:defPPr>
            <a:lvl1pPr algn="l">
              <a:defRPr sz="1875" b="0">
                <a:solidFill>
                  <a:srgbClr val="171717"/>
                </a:solidFill>
                <a:latin typeface="Arial"/>
                <a:ea typeface="Arial"/>
                <a:cs typeface="Arial"/>
              </a:defRPr>
            </a:lvl1pPr>
            <a:lvl2pPr algn="l">
              <a:defRPr sz="1875" b="0">
                <a:solidFill>
                  <a:srgbClr val="171717"/>
                </a:solidFill>
                <a:latin typeface="Arial"/>
                <a:ea typeface="Arial"/>
                <a:cs typeface="Arial"/>
              </a:defRPr>
            </a:lvl2pPr>
            <a:lvl3pPr algn="l">
              <a:defRPr sz="1875" b="0">
                <a:solidFill>
                  <a:srgbClr val="171717"/>
                </a:solidFill>
                <a:latin typeface="Arial"/>
                <a:ea typeface="Arial"/>
                <a:cs typeface="Arial"/>
              </a:defRPr>
            </a:lvl3pPr>
            <a:lvl4pPr algn="l">
              <a:defRPr sz="1875" b="0">
                <a:solidFill>
                  <a:srgbClr val="171717"/>
                </a:solidFill>
                <a:latin typeface="Arial"/>
                <a:ea typeface="Arial"/>
                <a:cs typeface="Arial"/>
              </a:defRPr>
            </a:lvl4pPr>
            <a:lvl5pPr algn="l">
              <a:defRPr sz="1875" b="0">
                <a:solidFill>
                  <a:srgbClr val="171717"/>
                </a:solidFill>
                <a:latin typeface="Arial"/>
                <a:ea typeface="Arial"/>
                <a:cs typeface="Arial"/>
              </a:defRPr>
            </a:lvl5pPr>
            <a:lvl6pPr algn="l">
              <a:defRPr sz="1875" b="0">
                <a:solidFill>
                  <a:srgbClr val="171717"/>
                </a:solidFill>
                <a:latin typeface="Arial"/>
                <a:ea typeface="Arial"/>
                <a:cs typeface="Arial"/>
              </a:defRPr>
            </a:lvl6pPr>
            <a:lvl7pPr algn="l">
              <a:defRPr sz="1875" b="0">
                <a:solidFill>
                  <a:srgbClr val="171717"/>
                </a:solidFill>
                <a:latin typeface="Arial"/>
                <a:ea typeface="Arial"/>
                <a:cs typeface="Arial"/>
              </a:defRPr>
            </a:lvl7pPr>
            <a:lvl8pPr algn="l">
              <a:defRPr sz="1875" b="0">
                <a:solidFill>
                  <a:srgbClr val="171717"/>
                </a:solidFill>
                <a:latin typeface="Arial"/>
                <a:ea typeface="Arial"/>
                <a:cs typeface="Arial"/>
              </a:defRPr>
            </a:lvl8pPr>
            <a:lvl9pPr algn="l">
              <a:defRPr sz="1875" b="0">
                <a:solidFill>
                  <a:srgbClr val="171717"/>
                </a:solidFill>
                <a:latin typeface="Arial"/>
                <a:ea typeface="Arial"/>
                <a:cs typeface="Arial"/>
              </a:defRPr>
            </a:lvl9pPr>
          </a:lstStyle>
          <a:p>
            <a:pPr algn="l">
              <a:defRPr sz="1875" b="0">
                <a:solidFill>
                  <a:srgbClr val="171717"/>
                </a:solidFill>
              </a:defRPr>
            </a:pPr>
            <a:r>
              <a:rPr sz="1875" b="0">
                <a:solidFill>
                  <a:srgbClr val="171717"/>
                </a:solidFill>
                <a:latin typeface="Arial"/>
                <a:ea typeface="Arial"/>
                <a:cs typeface="Arial"/>
                <a:hlinkClick r:id="rIdJuryRepo"/>
              </a:rPr>
              <a:t>github.com/Tonitrus1/ALFA-HACK-2026</a:t>
            </a:r>
          </a:p>
        </p:txBody>
      </p:sp>
      <p:sp>
        <p:nvSpPr>
          <p:cNvPr id="12" name="submission-2026-10-26-r2">
            <a:extLst>
              <a:ext uri="{FF2B5EF4-FFF2-40B4-BE49-F238E27FC236}">
                <ns2:creationId id="{C28EA079-201F-408C-960C-382EDF2E5E6D}"/>
              </a:ext>
            </a:extLst>
          </p:cNvPr>
          <p:cNvSpPr>
            <a:spLocks noGrp="1"/>
          </p:cNvSpPr>
          <p:nvPr/>
        </p:nvSpPr>
        <p:spPr>
          <a:xfrm>
            <a:off x="2552700" y="4552950"/>
            <a:ext cx="8782050" cy="361950"/>
          </a:xfrm>
          <a:prstGeom prst="rect">
            <a:avLst/>
          </a:prstGeom>
          <a:noFill/>
          <a:ln w="0">
            <a:noFill/>
          </a:ln>
        </p:spPr>
        <p:txBody>
          <a:bodyPr anchor="t"/>
          <a:lstStyle>
            <a:defPPr algn="l">
              <a:defRPr sz="1650" b="0">
                <a:solidFill>
                  <a:srgbClr val="626262"/>
                </a:solidFill>
                <a:latin typeface="Arial"/>
                <a:ea typeface="Arial"/>
                <a:cs typeface="Arial"/>
              </a:defRPr>
            </a:defPPr>
            <a:lvl1pPr algn="l">
              <a:defRPr sz="1650" b="0">
                <a:solidFill>
                  <a:srgbClr val="626262"/>
                </a:solidFill>
                <a:latin typeface="Arial"/>
                <a:ea typeface="Arial"/>
                <a:cs typeface="Arial"/>
              </a:defRPr>
            </a:lvl1pPr>
            <a:lvl2pPr algn="l">
              <a:defRPr sz="1650" b="0">
                <a:solidFill>
                  <a:srgbClr val="626262"/>
                </a:solidFill>
                <a:latin typeface="Arial"/>
                <a:ea typeface="Arial"/>
                <a:cs typeface="Arial"/>
              </a:defRPr>
            </a:lvl2pPr>
            <a:lvl3pPr algn="l">
              <a:defRPr sz="1650" b="0">
                <a:solidFill>
                  <a:srgbClr val="626262"/>
                </a:solidFill>
                <a:latin typeface="Arial"/>
                <a:ea typeface="Arial"/>
                <a:cs typeface="Arial"/>
              </a:defRPr>
            </a:lvl3pPr>
            <a:lvl4pPr algn="l">
              <a:defRPr sz="1650" b="0">
                <a:solidFill>
                  <a:srgbClr val="626262"/>
                </a:solidFill>
                <a:latin typeface="Arial"/>
                <a:ea typeface="Arial"/>
                <a:cs typeface="Arial"/>
              </a:defRPr>
            </a:lvl4pPr>
            <a:lvl5pPr algn="l">
              <a:defRPr sz="1650" b="0">
                <a:solidFill>
                  <a:srgbClr val="626262"/>
                </a:solidFill>
                <a:latin typeface="Arial"/>
                <a:ea typeface="Arial"/>
                <a:cs typeface="Arial"/>
              </a:defRPr>
            </a:lvl5pPr>
            <a:lvl6pPr algn="l">
              <a:defRPr sz="1650" b="0">
                <a:solidFill>
                  <a:srgbClr val="626262"/>
                </a:solidFill>
                <a:latin typeface="Arial"/>
                <a:ea typeface="Arial"/>
                <a:cs typeface="Arial"/>
              </a:defRPr>
            </a:lvl6pPr>
            <a:lvl7pPr algn="l">
              <a:defRPr sz="1650" b="0">
                <a:solidFill>
                  <a:srgbClr val="626262"/>
                </a:solidFill>
                <a:latin typeface="Arial"/>
                <a:ea typeface="Arial"/>
                <a:cs typeface="Arial"/>
              </a:defRPr>
            </a:lvl7pPr>
            <a:lvl8pPr algn="l">
              <a:defRPr sz="1650" b="0">
                <a:solidFill>
                  <a:srgbClr val="626262"/>
                </a:solidFill>
                <a:latin typeface="Arial"/>
                <a:ea typeface="Arial"/>
                <a:cs typeface="Arial"/>
              </a:defRPr>
            </a:lvl8pPr>
            <a:lvl9pPr algn="l">
              <a:defRPr sz="1650" b="0">
                <a:solidFill>
                  <a:srgbClr val="626262"/>
                </a:solidFill>
                <a:latin typeface="Arial"/>
                <a:ea typeface="Arial"/>
                <a:cs typeface="Arial"/>
              </a:defRPr>
            </a:lvl9pPr>
          </a:lstStyle>
          <a:p>
            <a:pPr algn="l">
              <a:defRPr sz="1650" b="0">
                <a:solidFill>
                  <a:srgbClr val="626262"/>
                </a:solidFill>
              </a:defRPr>
            </a:pPr>
            <a:r>
              <a:rPr sz="1650" b="0">
                <a:solidFill>
                  <a:srgbClr val="626262"/>
                </a:solidFill>
                <a:latin typeface="Arial"/>
                <a:ea typeface="Arial"/>
                <a:cs typeface="Arial"/>
                <a:hlinkClick r:id="rIdJuryTag"/>
              </a:rPr>
              <a:t>submission-2026-10-26-r2</a:t>
            </a:r>
          </a:p>
        </p:txBody>
      </p:sp>
      <p:sp>
        <p:nvSpPr>
          <p:cNvPr id="13" name="Демоаккаунты без 15-минутной блокировки">
            <a:extLst>
              <a:ext uri="{FF2B5EF4-FFF2-40B4-BE49-F238E27FC236}">
                <ns2:creationId id="{E90D67A6-36FD-4F0F-8C4A-76A3FC21E78E}"/>
              </a:ext>
            </a:extLst>
          </p:cNvPr>
          <p:cNvSpPr>
            <a:spLocks noGrp="1"/>
          </p:cNvSpPr>
          <p:nvPr/>
        </p:nvSpPr>
        <p:spPr>
          <a:xfrm>
            <a:off x="2552700" y="4981575"/>
            <a:ext cx="8782050" cy="304800"/>
          </a:xfrm>
          <a:prstGeom prst="rect">
            <a:avLst/>
          </a:prstGeom>
          <a:noFill/>
          <a:ln w="0">
            <a:noFill/>
          </a:ln>
        </p:spPr>
        <p:txBody>
          <a:bodyPr anchor="t"/>
          <a:lstStyle>
            <a:defPPr algn="l">
              <a:defRPr sz="1350" b="0">
                <a:solidFill>
                  <a:srgbClr val="626262"/>
                </a:solidFill>
                <a:latin typeface="Arial"/>
                <a:ea typeface="Arial"/>
                <a:cs typeface="Arial"/>
              </a:defRPr>
            </a:defPPr>
            <a:lvl1pPr algn="l">
              <a:defRPr sz="1350" b="0">
                <a:solidFill>
                  <a:srgbClr val="626262"/>
                </a:solidFill>
                <a:latin typeface="Arial"/>
                <a:ea typeface="Arial"/>
                <a:cs typeface="Arial"/>
              </a:defRPr>
            </a:lvl1pPr>
            <a:lvl2pPr algn="l">
              <a:defRPr sz="1350" b="0">
                <a:solidFill>
                  <a:srgbClr val="626262"/>
                </a:solidFill>
                <a:latin typeface="Arial"/>
                <a:ea typeface="Arial"/>
                <a:cs typeface="Arial"/>
              </a:defRPr>
            </a:lvl2pPr>
            <a:lvl3pPr algn="l">
              <a:defRPr sz="1350" b="0">
                <a:solidFill>
                  <a:srgbClr val="626262"/>
                </a:solidFill>
                <a:latin typeface="Arial"/>
                <a:ea typeface="Arial"/>
                <a:cs typeface="Arial"/>
              </a:defRPr>
            </a:lvl3pPr>
            <a:lvl4pPr algn="l">
              <a:defRPr sz="1350" b="0">
                <a:solidFill>
                  <a:srgbClr val="626262"/>
                </a:solidFill>
                <a:latin typeface="Arial"/>
                <a:ea typeface="Arial"/>
                <a:cs typeface="Arial"/>
              </a:defRPr>
            </a:lvl4pPr>
            <a:lvl5pPr algn="l">
              <a:defRPr sz="1350" b="0">
                <a:solidFill>
                  <a:srgbClr val="626262"/>
                </a:solidFill>
                <a:latin typeface="Arial"/>
                <a:ea typeface="Arial"/>
                <a:cs typeface="Arial"/>
              </a:defRPr>
            </a:lvl5pPr>
            <a:lvl6pPr algn="l">
              <a:defRPr sz="1350" b="0">
                <a:solidFill>
                  <a:srgbClr val="626262"/>
                </a:solidFill>
                <a:latin typeface="Arial"/>
                <a:ea typeface="Arial"/>
                <a:cs typeface="Arial"/>
              </a:defRPr>
            </a:lvl6pPr>
            <a:lvl7pPr algn="l">
              <a:defRPr sz="1350" b="0">
                <a:solidFill>
                  <a:srgbClr val="626262"/>
                </a:solidFill>
                <a:latin typeface="Arial"/>
                <a:ea typeface="Arial"/>
                <a:cs typeface="Arial"/>
              </a:defRPr>
            </a:lvl7pPr>
            <a:lvl8pPr algn="l">
              <a:defRPr sz="1350" b="0">
                <a:solidFill>
                  <a:srgbClr val="626262"/>
                </a:solidFill>
                <a:latin typeface="Arial"/>
                <a:ea typeface="Arial"/>
                <a:cs typeface="Arial"/>
              </a:defRPr>
            </a:lvl8pPr>
            <a:lvl9pPr algn="l">
              <a:defRPr sz="1350" b="0">
                <a:solidFill>
                  <a:srgbClr val="626262"/>
                </a:solidFill>
                <a:latin typeface="Arial"/>
                <a:ea typeface="Arial"/>
                <a:cs typeface="Arial"/>
              </a:defRPr>
            </a:lvl9pPr>
          </a:lstStyle>
          <a:p>
            <a:pPr algn="l">
              <a:defRPr sz="1350" b="0">
                <a:solidFill>
                  <a:srgbClr val="626262"/>
                </a:solidFill>
              </a:defRPr>
            </a:pPr>
            <a:r>
              <a:rPr sz="1350" b="0">
                <a:solidFill>
                  <a:srgbClr val="626262"/>
                </a:solidFill>
                <a:latin typeface="Arial"/>
                <a:ea typeface="Arial"/>
                <a:cs typeface="Arial"/>
              </a:rPr>
              <a:t>Демоаккаунты без 15-минутной блокировки</a:t>
            </a:r>
          </a:p>
        </p:txBody>
      </p:sp>
      <p:sp>
        <p:nvSpPr>
          <p:cNvPr id="14" name="company-a   xc-fWfKQYhasOO_xpEB4h3VFXHHA9HAv8YlunS2YM8VLvqJ4">
            <a:extLst>
              <a:ext uri="{FF2B5EF4-FFF2-40B4-BE49-F238E27FC236}">
                <ns2:creationId id="{910A8A4D-C857-4057-B994-BC0766F3BB26}"/>
              </a:ext>
            </a:extLst>
          </p:cNvPr>
          <p:cNvSpPr>
            <a:spLocks noGrp="1"/>
          </p:cNvSpPr>
          <p:nvPr/>
        </p:nvSpPr>
        <p:spPr>
          <a:xfrm>
            <a:off x="609600" y="5410200"/>
            <a:ext cx="10934700" cy="342900"/>
          </a:xfrm>
          <a:prstGeom prst="rect">
            <a:avLst/>
          </a:prstGeom>
          <a:noFill/>
          <a:ln w="0">
            <a:noFill/>
          </a:ln>
        </p:spPr>
        <p:txBody>
          <a:bodyPr anchor="t"/>
          <a:lstStyle>
            <a:defPPr algn="l">
              <a:defRPr sz="1500" b="0">
                <a:solidFill>
                  <a:srgbClr val="171717"/>
                </a:solidFill>
                <a:latin typeface="Arial"/>
                <a:ea typeface="Arial"/>
                <a:cs typeface="Arial"/>
              </a:defRPr>
            </a:defPPr>
            <a:lvl1pPr algn="l">
              <a:defRPr sz="1500" b="0">
                <a:solidFill>
                  <a:srgbClr val="171717"/>
                </a:solidFill>
                <a:latin typeface="Arial"/>
                <a:ea typeface="Arial"/>
                <a:cs typeface="Arial"/>
              </a:defRPr>
            </a:lvl1pPr>
            <a:lvl2pPr algn="l">
              <a:defRPr sz="1500" b="0">
                <a:solidFill>
                  <a:srgbClr val="171717"/>
                </a:solidFill>
                <a:latin typeface="Arial"/>
                <a:ea typeface="Arial"/>
                <a:cs typeface="Arial"/>
              </a:defRPr>
            </a:lvl2pPr>
            <a:lvl3pPr algn="l">
              <a:defRPr sz="1500" b="0">
                <a:solidFill>
                  <a:srgbClr val="171717"/>
                </a:solidFill>
                <a:latin typeface="Arial"/>
                <a:ea typeface="Arial"/>
                <a:cs typeface="Arial"/>
              </a:defRPr>
            </a:lvl3pPr>
            <a:lvl4pPr algn="l">
              <a:defRPr sz="1500" b="0">
                <a:solidFill>
                  <a:srgbClr val="171717"/>
                </a:solidFill>
                <a:latin typeface="Arial"/>
                <a:ea typeface="Arial"/>
                <a:cs typeface="Arial"/>
              </a:defRPr>
            </a:lvl4pPr>
            <a:lvl5pPr algn="l">
              <a:defRPr sz="1500" b="0">
                <a:solidFill>
                  <a:srgbClr val="171717"/>
                </a:solidFill>
                <a:latin typeface="Arial"/>
                <a:ea typeface="Arial"/>
                <a:cs typeface="Arial"/>
              </a:defRPr>
            </a:lvl5pPr>
            <a:lvl6pPr algn="l">
              <a:defRPr sz="1500" b="0">
                <a:solidFill>
                  <a:srgbClr val="171717"/>
                </a:solidFill>
                <a:latin typeface="Arial"/>
                <a:ea typeface="Arial"/>
                <a:cs typeface="Arial"/>
              </a:defRPr>
            </a:lvl6pPr>
            <a:lvl7pPr algn="l">
              <a:defRPr sz="1500" b="0">
                <a:solidFill>
                  <a:srgbClr val="171717"/>
                </a:solidFill>
                <a:latin typeface="Arial"/>
                <a:ea typeface="Arial"/>
                <a:cs typeface="Arial"/>
              </a:defRPr>
            </a:lvl7pPr>
            <a:lvl8pPr algn="l">
              <a:defRPr sz="1500" b="0">
                <a:solidFill>
                  <a:srgbClr val="171717"/>
                </a:solidFill>
                <a:latin typeface="Arial"/>
                <a:ea typeface="Arial"/>
                <a:cs typeface="Arial"/>
              </a:defRPr>
            </a:lvl8pPr>
            <a:lvl9pPr algn="l">
              <a:defRPr sz="1500" b="0">
                <a:solidFill>
                  <a:srgbClr val="171717"/>
                </a:solidFill>
                <a:latin typeface="Arial"/>
                <a:ea typeface="Arial"/>
                <a:cs typeface="Arial"/>
              </a:defRPr>
            </a:lvl9pPr>
          </a:lstStyle>
          <a:p>
            <a:pPr algn="l">
              <a:defRPr sz="1500" b="0">
                <a:solidFill>
                  <a:srgbClr val="171717"/>
                </a:solidFill>
              </a:defRPr>
            </a:pPr>
            <a:r>
              <a:rPr sz="1500" b="0">
                <a:solidFill>
                  <a:srgbClr val="171717"/>
                </a:solidFill>
                <a:latin typeface="Arial"/>
                <a:ea typeface="Arial"/>
                <a:cs typeface="Arial"/>
              </a:rPr>
              <a:t>company-a   xc-fWfKQYhasOO_xpEB4h3VFXHHA9HAv8YlunS2YM8VLvqJ4</a:t>
            </a:r>
          </a:p>
        </p:txBody>
      </p:sp>
      <p:sp>
        <p:nvSpPr>
          <p:cNvPr id="15" name="company-b   5ykMqYlqwkXTGc8cqGKYDz8hwBeHT89LzPpDQL3l-ecI5MrJ">
            <a:extLst>
              <a:ext uri="{FF2B5EF4-FFF2-40B4-BE49-F238E27FC236}">
                <ns2:creationId id="{B3798618-F025-4C57-BBE9-479B58D0F348}"/>
              </a:ext>
            </a:extLst>
          </p:cNvPr>
          <p:cNvSpPr>
            <a:spLocks noGrp="1"/>
          </p:cNvSpPr>
          <p:nvPr/>
        </p:nvSpPr>
        <p:spPr>
          <a:xfrm>
            <a:off x="609600" y="5848350"/>
            <a:ext cx="10934700" cy="342900"/>
          </a:xfrm>
          <a:prstGeom prst="rect">
            <a:avLst/>
          </a:prstGeom>
          <a:noFill/>
          <a:ln w="0">
            <a:noFill/>
          </a:ln>
        </p:spPr>
        <p:txBody>
          <a:bodyPr anchor="t"/>
          <a:lstStyle>
            <a:defPPr algn="l">
              <a:defRPr sz="1500" b="0">
                <a:solidFill>
                  <a:srgbClr val="171717"/>
                </a:solidFill>
                <a:latin typeface="Arial"/>
                <a:ea typeface="Arial"/>
                <a:cs typeface="Arial"/>
              </a:defRPr>
            </a:defPPr>
            <a:lvl1pPr algn="l">
              <a:defRPr sz="1500" b="0">
                <a:solidFill>
                  <a:srgbClr val="171717"/>
                </a:solidFill>
                <a:latin typeface="Arial"/>
                <a:ea typeface="Arial"/>
                <a:cs typeface="Arial"/>
              </a:defRPr>
            </a:lvl1pPr>
            <a:lvl2pPr algn="l">
              <a:defRPr sz="1500" b="0">
                <a:solidFill>
                  <a:srgbClr val="171717"/>
                </a:solidFill>
                <a:latin typeface="Arial"/>
                <a:ea typeface="Arial"/>
                <a:cs typeface="Arial"/>
              </a:defRPr>
            </a:lvl2pPr>
            <a:lvl3pPr algn="l">
              <a:defRPr sz="1500" b="0">
                <a:solidFill>
                  <a:srgbClr val="171717"/>
                </a:solidFill>
                <a:latin typeface="Arial"/>
                <a:ea typeface="Arial"/>
                <a:cs typeface="Arial"/>
              </a:defRPr>
            </a:lvl3pPr>
            <a:lvl4pPr algn="l">
              <a:defRPr sz="1500" b="0">
                <a:solidFill>
                  <a:srgbClr val="171717"/>
                </a:solidFill>
                <a:latin typeface="Arial"/>
                <a:ea typeface="Arial"/>
                <a:cs typeface="Arial"/>
              </a:defRPr>
            </a:lvl4pPr>
            <a:lvl5pPr algn="l">
              <a:defRPr sz="1500" b="0">
                <a:solidFill>
                  <a:srgbClr val="171717"/>
                </a:solidFill>
                <a:latin typeface="Arial"/>
                <a:ea typeface="Arial"/>
                <a:cs typeface="Arial"/>
              </a:defRPr>
            </a:lvl5pPr>
            <a:lvl6pPr algn="l">
              <a:defRPr sz="1500" b="0">
                <a:solidFill>
                  <a:srgbClr val="171717"/>
                </a:solidFill>
                <a:latin typeface="Arial"/>
                <a:ea typeface="Arial"/>
                <a:cs typeface="Arial"/>
              </a:defRPr>
            </a:lvl6pPr>
            <a:lvl7pPr algn="l">
              <a:defRPr sz="1500" b="0">
                <a:solidFill>
                  <a:srgbClr val="171717"/>
                </a:solidFill>
                <a:latin typeface="Arial"/>
                <a:ea typeface="Arial"/>
                <a:cs typeface="Arial"/>
              </a:defRPr>
            </a:lvl7pPr>
            <a:lvl8pPr algn="l">
              <a:defRPr sz="1500" b="0">
                <a:solidFill>
                  <a:srgbClr val="171717"/>
                </a:solidFill>
                <a:latin typeface="Arial"/>
                <a:ea typeface="Arial"/>
                <a:cs typeface="Arial"/>
              </a:defRPr>
            </a:lvl8pPr>
            <a:lvl9pPr algn="l">
              <a:defRPr sz="1500" b="0">
                <a:solidFill>
                  <a:srgbClr val="171717"/>
                </a:solidFill>
                <a:latin typeface="Arial"/>
                <a:ea typeface="Arial"/>
                <a:cs typeface="Arial"/>
              </a:defRPr>
            </a:lvl9pPr>
          </a:lstStyle>
          <a:p>
            <a:pPr algn="l">
              <a:defRPr sz="1500" b="0">
                <a:solidFill>
                  <a:srgbClr val="171717"/>
                </a:solidFill>
              </a:defRPr>
            </a:pPr>
            <a:r>
              <a:rPr sz="1500" b="0">
                <a:solidFill>
                  <a:srgbClr val="171717"/>
                </a:solidFill>
                <a:latin typeface="Arial"/>
                <a:ea typeface="Arial"/>
                <a:cs typeface="Arial"/>
              </a:rPr>
              <a:t>company-b   5ykMqYlqwkXTGc8cqGKYDz8hwBeHT89LzPpDQL3l-ecI5MrJ</a:t>
            </a:r>
          </a:p>
        </p:txBody>
      </p:sp>
    </p:spTree>
    <p:extLst>
      <p:ext uri="{BB962C8B-B14F-4D97-AF65-F5344CB8AC3E}">
        <ns4:creationId val="208969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2026-10-26T13:28:57.0100000Z</dcterms:created>
  <dcterms:modified xsi:type="dcterms:W3CDTF">2026-10-26T13:28:57.0100000Z</dcterms:modified>
</coreProperties>
</file>